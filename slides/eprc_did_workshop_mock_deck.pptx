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6eb4b9c110416f" /><Relationship Type="http://schemas.openxmlformats.org/officeDocument/2006/relationships/extended-properties" Target="/docProps/app.xml" Id="Rb71338fabe964e2e" /><Relationship Type="http://schemas.openxmlformats.org/officeDocument/2006/relationships/officeDocument" Target="/ppt/presentation.xml" Id="R2c008375f9dc42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e863368c8544da"/>
  </p:sldMasterIdLst>
  <p:notesMasterIdLst>
    <p:notesMasterId xmlns:r="http://schemas.openxmlformats.org/officeDocument/2006/relationships" r:id="R621b61b4b26949fa"/>
  </p:notesMasterIdLst>
  <p:sldIdLst>
    <p:sldId xmlns:r="http://schemas.openxmlformats.org/officeDocument/2006/relationships" id="256" r:id="R595d21f1c9f94e84"/>
    <p:sldId xmlns:r="http://schemas.openxmlformats.org/officeDocument/2006/relationships" id="257" r:id="R8fca0a6971b34fe6"/>
    <p:sldId xmlns:r="http://schemas.openxmlformats.org/officeDocument/2006/relationships" id="258" r:id="R05a33bbd99c64bd7"/>
    <p:sldId xmlns:r="http://schemas.openxmlformats.org/officeDocument/2006/relationships" id="259" r:id="R85348fb6d64d4b0c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c8038aeb594bed" /><Relationship Type="http://schemas.openxmlformats.org/officeDocument/2006/relationships/slideMaster" Target="/ppt/slideMasters/slideMaster1.xml" Id="Re4e863368c8544da" /><Relationship Type="http://schemas.openxmlformats.org/officeDocument/2006/relationships/notesMaster" Target="/ppt/notesMasters/notesMaster1.xml" Id="R621b61b4b26949fa" /><Relationship Type="http://schemas.openxmlformats.org/officeDocument/2006/relationships/presProps" Target="/ppt/presProps.xml" Id="R373eae2f741648f1" /><Relationship Type="http://schemas.openxmlformats.org/officeDocument/2006/relationships/tableStyles" Target="/ppt/tableStyles.xml" Id="R0c24a61456df476a" /><Relationship Type="http://schemas.openxmlformats.org/officeDocument/2006/relationships/slide" Target="/ppt/slides/slide1.xml" Id="R595d21f1c9f94e84" /><Relationship Type="http://schemas.openxmlformats.org/officeDocument/2006/relationships/slide" Target="/ppt/slides/slide2.xml" Id="R8fca0a6971b34fe6" /><Relationship Type="http://schemas.openxmlformats.org/officeDocument/2006/relationships/slide" Target="/ppt/slides/slide3.xml" Id="R05a33bbd99c64bd7" /><Relationship Type="http://schemas.openxmlformats.org/officeDocument/2006/relationships/slide" Target="/ppt/slides/slide4.xml" Id="R85348fb6d64d4b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3b247380214a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1C2F3D"/>
      </a:dk1>
      <a:lt1>
        <a:srgbClr val="FFFFFF"/>
      </a:lt1>
      <a:dk2>
        <a:srgbClr val="194588"/>
      </a:dk2>
      <a:lt2>
        <a:srgbClr val="E8E8E8"/>
      </a:lt2>
      <a:accent1>
        <a:srgbClr val="EDBA75"/>
      </a:accent1>
      <a:accent2>
        <a:srgbClr val="CC4927"/>
      </a:accent2>
      <a:accent3>
        <a:srgbClr val="1F7E98"/>
      </a:accent3>
      <a:accent4>
        <a:srgbClr val="1C2F3D"/>
      </a:accent4>
      <a:accent5>
        <a:srgbClr val="E8E8E8"/>
      </a:accent5>
      <a:accent6>
        <a:srgbClr val="194588"/>
      </a:accent6>
      <a:hlink>
        <a:srgbClr val="CC492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42a8368be94d9f" /><Relationship Type="http://schemas.openxmlformats.org/officeDocument/2006/relationships/notesMaster" Target="/ppt/notesMasters/notesMaster1.xml" Id="R8983a3851e774c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a922f9db3548d5" /><Relationship Type="http://schemas.openxmlformats.org/officeDocument/2006/relationships/notesMaster" Target="/ppt/notesMasters/notesMaster1.xml" Id="Rdf5d92461f8545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e6526e67254344" /><Relationship Type="http://schemas.openxmlformats.org/officeDocument/2006/relationships/notesMaster" Target="/ppt/notesMasters/notesMaster1.xml" Id="Rc1e4ce4b872948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c9811797914599" /><Relationship Type="http://schemas.openxmlformats.org/officeDocument/2006/relationships/notesMaster" Target="/ppt/notesMasters/notesMaster1.xml" Id="R9fe4c33d04f94b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Add alt text to all images (Format &gt; Format options &gt; Alt Text)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You can find images for your presentation by visiting </a:t>
            </a:r>
            <a:r>
              <a:rPr u="sng">
                <a:solidFill>
                  <a:schemeClr val="hlink"/>
                </a:solidFill>
              </a:rPr>
              <a:t>education.ufl.edu/helpdesk/downloads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Add alt text to all images (Format &gt; Format options &gt; Alt Text)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You can find images for your presentation by visiting </a:t>
            </a:r>
            <a:r>
              <a:rPr u="sng">
                <a:solidFill>
                  <a:schemeClr val="hlink"/>
                </a:solidFill>
              </a:rPr>
              <a:t>education.ufl.edu/helpdesk/downloads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Add alt text to all images (Format &gt; Format options &gt; Alt Text)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You can find images for your presentation by visiting </a:t>
            </a:r>
            <a:r>
              <a:rPr u="sng">
                <a:solidFill>
                  <a:schemeClr val="hlink"/>
                </a:solidFill>
              </a:rPr>
              <a:t>education.ufl.edu/helpdesk/downloads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Add alt text to all images (Format &gt; Format options &gt; Alt Text)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dk1"/>
                </a:solidFill>
              </a:rPr>
              <a:t>You can find images for your presentation by visiting </a:t>
            </a:r>
            <a:r>
              <a:rPr u="sng">
                <a:solidFill>
                  <a:schemeClr val="hlink"/>
                </a:solidFill>
              </a:rPr>
              <a:t>education.ufl.edu/helpdesk/downloads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d95393b1e343a7" /><Relationship Type="http://schemas.openxmlformats.org/officeDocument/2006/relationships/image" Target="/ppt/media/image.jpeg" Id="R5ae79c4a57574a96" /><Relationship Type="http://schemas.openxmlformats.org/officeDocument/2006/relationships/image" Target="/ppt/media/image.png" Id="R0d4a5346ed4f4f2e" /><Relationship Type="http://schemas.openxmlformats.org/officeDocument/2006/relationships/image" Target="/ppt/media/image2.png" Id="Rf739890d27144a2f" /><Relationship Type="http://schemas.openxmlformats.org/officeDocument/2006/relationships/image" Target="/ppt/media/image3.png" Id="R77f8cef8a7ef48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b16d8d0aa540a2" /><Relationship Type="http://schemas.openxmlformats.org/officeDocument/2006/relationships/image" Target="/ppt/media/image2.jpeg" Id="Rd6663c1129074be0" /><Relationship Type="http://schemas.openxmlformats.org/officeDocument/2006/relationships/image" Target="/ppt/media/image.png" Id="R37ec71667a464a76" /><Relationship Type="http://schemas.openxmlformats.org/officeDocument/2006/relationships/image" Target="/ppt/media/image4.png" Id="Rba6bdbfac8314e5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287b8505e4708" /><Relationship Type="http://schemas.openxmlformats.org/officeDocument/2006/relationships/image" Target="/ppt/media/image3.jpeg" Id="R1bcfc622bfd741d3" /><Relationship Type="http://schemas.openxmlformats.org/officeDocument/2006/relationships/image" Target="/ppt/media/image5.png" Id="R1b301309fb6344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8e977482741ec" /><Relationship Type="http://schemas.openxmlformats.org/officeDocument/2006/relationships/image" Target="/ppt/media/image.jpeg" Id="Rfe04ae988d1141fd" /><Relationship Type="http://schemas.openxmlformats.org/officeDocument/2006/relationships/image" Target="/ppt/media/image.png" Id="Rb2b5c9bdfb9b44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22260aa3224f07" /><Relationship Type="http://schemas.openxmlformats.org/officeDocument/2006/relationships/image" Target="/ppt/media/image2.jpeg" Id="R8a85a2945b024f76" /><Relationship Type="http://schemas.openxmlformats.org/officeDocument/2006/relationships/image" Target="/ppt/media/image.png" Id="Rf14565c86f6344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f7b6734494f24" /><Relationship Type="http://schemas.openxmlformats.org/officeDocument/2006/relationships/image" Target="/ppt/media/image6.png" Id="R59234b3ed0b94add" /><Relationship Type="http://schemas.openxmlformats.org/officeDocument/2006/relationships/image" Target="/ppt/media/image3.jpeg" Id="Re60b81c9fff54e6e" /><Relationship Type="http://schemas.openxmlformats.org/officeDocument/2006/relationships/image" Target="/ppt/media/image5.png" Id="R7281e9b05d59495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fd2b1abae4ab8" /><Relationship Type="http://schemas.openxmlformats.org/officeDocument/2006/relationships/image" Target="/ppt/media/image.jpeg" Id="R4b9733b2de7c4fc2" /><Relationship Type="http://schemas.openxmlformats.org/officeDocument/2006/relationships/image" Target="/ppt/media/image.png" Id="Rd88dfdef7afd4b1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c776bd369d4248" /><Relationship Type="http://schemas.openxmlformats.org/officeDocument/2006/relationships/image" Target="/ppt/media/image2.jpeg" Id="R694232e1b14a41d7" /><Relationship Type="http://schemas.openxmlformats.org/officeDocument/2006/relationships/image" Target="/ppt/media/image7.png" Id="R5b295ac746b64658" /><Relationship Type="http://schemas.openxmlformats.org/officeDocument/2006/relationships/image" Target="/ppt/media/image.png" Id="R6db06ccb2ebb4e9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48f704ffc4a66" /><Relationship Type="http://schemas.openxmlformats.org/officeDocument/2006/relationships/image" Target="/ppt/media/image6.png" Id="R73d4362047154b22" /><Relationship Type="http://schemas.openxmlformats.org/officeDocument/2006/relationships/image" Target="/ppt/media/image3.jpeg" Id="R236a220d24884f42" /><Relationship Type="http://schemas.openxmlformats.org/officeDocument/2006/relationships/image" Target="/ppt/media/image5.png" Id="R306721f75dc547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cb6e3ca250496c" /><Relationship Type="http://schemas.openxmlformats.org/officeDocument/2006/relationships/image" Target="/ppt/media/image.jpeg" Id="R5ad726d0ab6e4051" /><Relationship Type="http://schemas.openxmlformats.org/officeDocument/2006/relationships/image" Target="/ppt/media/image.png" Id="Rc1d08406f0824b1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acab3e844a4987" /><Relationship Type="http://schemas.openxmlformats.org/officeDocument/2006/relationships/image" Target="/ppt/media/image2.jpeg" Id="R50533107c08a4b7d" /><Relationship Type="http://schemas.openxmlformats.org/officeDocument/2006/relationships/image" Target="/ppt/media/image7.png" Id="Rb4e3d96c70674819" /><Relationship Type="http://schemas.openxmlformats.org/officeDocument/2006/relationships/image" Target="/ppt/media/image.png" Id="Rc62fedcd157e4ca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c8cfa8776b4c82" /><Relationship Type="http://schemas.openxmlformats.org/officeDocument/2006/relationships/image" Target="/ppt/media/image3.jpeg" Id="R49a3a8730aee4d54" /><Relationship Type="http://schemas.openxmlformats.org/officeDocument/2006/relationships/image" Target="/ppt/media/image5.png" Id="Ra892e8f78970407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a505ae06b404b" /><Relationship Type="http://schemas.openxmlformats.org/officeDocument/2006/relationships/image" Target="/ppt/media/image.jpeg" Id="R57825219f4154281" /><Relationship Type="http://schemas.openxmlformats.org/officeDocument/2006/relationships/image" Target="/ppt/media/image.png" Id="Re6d32dd5df7844cc" /><Relationship Type="http://schemas.openxmlformats.org/officeDocument/2006/relationships/image" Target="/ppt/media/image8.png" Id="Racc1bfc4716c46f0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ca264871d34235" /><Relationship Type="http://schemas.openxmlformats.org/officeDocument/2006/relationships/image" Target="/ppt/media/image2.jpeg" Id="R9eca92c29dee4679" /><Relationship Type="http://schemas.openxmlformats.org/officeDocument/2006/relationships/image" Target="/ppt/media/image.png" Id="R4a28f52226c9428a" /><Relationship Type="http://schemas.openxmlformats.org/officeDocument/2006/relationships/image" Target="/ppt/media/image7.png" Id="Re0bd8faa25ab4d93" /><Relationship Type="http://schemas.openxmlformats.org/officeDocument/2006/relationships/image" Target="/ppt/media/image8.png" Id="R27a9f1e1e8b043d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aac4c7b24b4b47" /><Relationship Type="http://schemas.openxmlformats.org/officeDocument/2006/relationships/image" Target="/ppt/media/image6.png" Id="R2b075514f2314ea2" /><Relationship Type="http://schemas.openxmlformats.org/officeDocument/2006/relationships/image" Target="/ppt/media/image3.jpeg" Id="Ra452521786f544b4" /><Relationship Type="http://schemas.openxmlformats.org/officeDocument/2006/relationships/image" Target="/ppt/media/image5.png" Id="R88c42c9f054e49e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1e05ca781d4f96" /><Relationship Type="http://schemas.openxmlformats.org/officeDocument/2006/relationships/image" Target="/ppt/media/image.jpeg" Id="Rcd5e58c5c0c24d69" /><Relationship Type="http://schemas.openxmlformats.org/officeDocument/2006/relationships/image" Target="/ppt/media/image.png" Id="R108af7dde29a40b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60aeec7ad442e" /><Relationship Type="http://schemas.openxmlformats.org/officeDocument/2006/relationships/image" Target="/ppt/media/image2.jpeg" Id="R0568fc2f1afe490d" /><Relationship Type="http://schemas.openxmlformats.org/officeDocument/2006/relationships/image" Target="/ppt/media/image.png" Id="R733d09050d544406" /><Relationship Type="http://schemas.openxmlformats.org/officeDocument/2006/relationships/image" Target="/ppt/media/image7.png" Id="R2c65f21283fc414c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16f775578f4ccf" /><Relationship Type="http://schemas.openxmlformats.org/officeDocument/2006/relationships/image" Target="/ppt/media/image6.png" Id="Rb9d339590b474e89" /><Relationship Type="http://schemas.openxmlformats.org/officeDocument/2006/relationships/image" Target="/ppt/media/image3.jpeg" Id="R1768a9b80c144e13" /><Relationship Type="http://schemas.openxmlformats.org/officeDocument/2006/relationships/image" Target="/ppt/media/image5.png" Id="Rd9ad4f2411874e05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460ba9ff614261" /><Relationship Type="http://schemas.openxmlformats.org/officeDocument/2006/relationships/image" Target="/ppt/media/image.jpeg" Id="R1c54ca252afc46a7" /><Relationship Type="http://schemas.openxmlformats.org/officeDocument/2006/relationships/image" Target="/ppt/media/image.png" Id="R9ee10607eee0466a" /><Relationship Type="http://schemas.openxmlformats.org/officeDocument/2006/relationships/image" Target="/ppt/media/image2.png" Id="Rb9833645467a497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80680604f04c8d" /><Relationship Type="http://schemas.openxmlformats.org/officeDocument/2006/relationships/image" Target="/ppt/media/image2.jpeg" Id="R17714c5f1a90490e" /><Relationship Type="http://schemas.openxmlformats.org/officeDocument/2006/relationships/image" Target="/ppt/media/image.png" Id="Rb9ed356158184a00" /><Relationship Type="http://schemas.openxmlformats.org/officeDocument/2006/relationships/image" Target="/ppt/media/image9.png" Id="R5d8a6b59909f458e" /><Relationship Type="http://schemas.openxmlformats.org/officeDocument/2006/relationships/image" Target="/ppt/media/image10.png" Id="R883cb90cec6c412b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ff5bc6ffc44524" /><Relationship Type="http://schemas.openxmlformats.org/officeDocument/2006/relationships/image" Target="/ppt/media/image3.jpeg" Id="R959ec242efcd4a3a" /><Relationship Type="http://schemas.openxmlformats.org/officeDocument/2006/relationships/image" Target="/ppt/media/image5.png" Id="Rd66c34b0ba0a4fb6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a14d4c8604bc3" /><Relationship Type="http://schemas.openxmlformats.org/officeDocument/2006/relationships/image" Target="/ppt/media/image.jpeg" Id="Rd71d0403bef442e3" /><Relationship Type="http://schemas.openxmlformats.org/officeDocument/2006/relationships/image" Target="/ppt/media/image.png" Id="Rba04abee3c66467b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55afc5cd943fa" /><Relationship Type="http://schemas.openxmlformats.org/officeDocument/2006/relationships/image" Target="/ppt/media/image2.jpeg" Id="Rda258e8fa1b040f6" /><Relationship Type="http://schemas.openxmlformats.org/officeDocument/2006/relationships/image" Target="/ppt/media/image.png" Id="R2512e34e8c8d4a8e" /><Relationship Type="http://schemas.openxmlformats.org/officeDocument/2006/relationships/image" Target="/ppt/media/image7.png" Id="Rd051a5fe271b4ce0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91bfafbb3498e" /><Relationship Type="http://schemas.openxmlformats.org/officeDocument/2006/relationships/image" Target="/ppt/media/image3.jpeg" Id="Rf1bdfa3de3f442c3" /><Relationship Type="http://schemas.openxmlformats.org/officeDocument/2006/relationships/image" Target="/ppt/media/image5.png" Id="R6bbfcb43e13e47d5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840e04e2234054" /><Relationship Type="http://schemas.openxmlformats.org/officeDocument/2006/relationships/image" Target="/ppt/media/image.jpeg" Id="R1c589132231447bf" /><Relationship Type="http://schemas.openxmlformats.org/officeDocument/2006/relationships/image" Target="/ppt/media/image.png" Id="Rc711ddc5741e40f0" /><Relationship Type="http://schemas.openxmlformats.org/officeDocument/2006/relationships/image" Target="/ppt/media/image11.png" Id="R6e65d3ff6c6e4111" /><Relationship Type="http://schemas.openxmlformats.org/officeDocument/2006/relationships/image" Target="/ppt/media/image12.png" Id="R67c40cd69d0d436f" /><Relationship Type="http://schemas.openxmlformats.org/officeDocument/2006/relationships/image" Target="/ppt/media/image13.png" Id="R83aa459710c54fa1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8445bc2e1f4736" /><Relationship Type="http://schemas.openxmlformats.org/officeDocument/2006/relationships/image" Target="/ppt/media/image2.jpeg" Id="R54fef6bc9c264531" /><Relationship Type="http://schemas.openxmlformats.org/officeDocument/2006/relationships/image" Target="/ppt/media/image.png" Id="Rc9b9ed23e2bb414c" /><Relationship Type="http://schemas.openxmlformats.org/officeDocument/2006/relationships/image" Target="/ppt/media/image7.png" Id="R469f4842831c4b5e" /><Relationship Type="http://schemas.openxmlformats.org/officeDocument/2006/relationships/image" Target="/ppt/media/image14.png" Id="R9f5f9529e20341e2" /><Relationship Type="http://schemas.openxmlformats.org/officeDocument/2006/relationships/image" Target="/ppt/media/image15.png" Id="R64fffa23951f449c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98a67aa3914b90" /><Relationship Type="http://schemas.openxmlformats.org/officeDocument/2006/relationships/image" Target="/ppt/media/image6.png" Id="R41c125d2593341fa" /><Relationship Type="http://schemas.openxmlformats.org/officeDocument/2006/relationships/image" Target="/ppt/media/image3.jpeg" Id="R0b407d42a73945c6" /><Relationship Type="http://schemas.openxmlformats.org/officeDocument/2006/relationships/image" Target="/ppt/media/image5.png" Id="Re98a82c2c3ef4053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be6d70d9f4b3c" /><Relationship Type="http://schemas.openxmlformats.org/officeDocument/2006/relationships/image" Target="/ppt/media/image.jpeg" Id="R89c5ff2c2ebe4f97" /><Relationship Type="http://schemas.openxmlformats.org/officeDocument/2006/relationships/image" Target="/ppt/media/image.png" Id="R9db35899da234c1e" /><Relationship Type="http://schemas.openxmlformats.org/officeDocument/2006/relationships/image" Target="/ppt/media/image11.png" Id="Rc99844ce5cd840a3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6f1eef1eef4c0f" /><Relationship Type="http://schemas.openxmlformats.org/officeDocument/2006/relationships/image" Target="/ppt/media/image2.jpeg" Id="R7719c3f068a84d45" /><Relationship Type="http://schemas.openxmlformats.org/officeDocument/2006/relationships/image" Target="/ppt/media/image.png" Id="R203994b7c1eb4452" /><Relationship Type="http://schemas.openxmlformats.org/officeDocument/2006/relationships/image" Target="/ppt/media/image14.png" Id="R3bb474d8fb8e4f7c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67f90d196d4852" /><Relationship Type="http://schemas.openxmlformats.org/officeDocument/2006/relationships/image" Target="/ppt/media/image6.png" Id="Rbdc798b873d74516" /><Relationship Type="http://schemas.openxmlformats.org/officeDocument/2006/relationships/image" Target="/ppt/media/image3.jpeg" Id="R3709c01689474dea" /><Relationship Type="http://schemas.openxmlformats.org/officeDocument/2006/relationships/image" Target="/ppt/media/image5.png" Id="R11973f95994f45cb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9e971b89b94b1b" /><Relationship Type="http://schemas.openxmlformats.org/officeDocument/2006/relationships/image" Target="/ppt/media/image.jpeg" Id="Rc0ffa72347724290" /><Relationship Type="http://schemas.openxmlformats.org/officeDocument/2006/relationships/image" Target="/ppt/media/image.png" Id="R61afb27483bd4bdd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e33f28c011463d" /><Relationship Type="http://schemas.openxmlformats.org/officeDocument/2006/relationships/image" Target="/ppt/media/image2.jpeg" Id="R40975dd9b1304ffe" /><Relationship Type="http://schemas.openxmlformats.org/officeDocument/2006/relationships/image" Target="/ppt/media/image.png" Id="R287f633ea5154156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5c8ffdd0154d9c" /><Relationship Type="http://schemas.openxmlformats.org/officeDocument/2006/relationships/image" Target="/ppt/media/image3.jpeg" Id="Rf325e59f64f5449a" /><Relationship Type="http://schemas.openxmlformats.org/officeDocument/2006/relationships/image" Target="/ppt/media/image5.png" Id="R5b1cd517c433461b" /></Relationships>
</file>

<file path=ppt/slideLayouts/slideLayout1.xml><?xml version="1.0" encoding="utf-8"?>
<p:sldLayout xmlns:p="http://schemas.openxmlformats.org/presentationml/2006/main" matchingName="Title slide Paper " type="title">
  <p:cSld name="TITL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0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e79c4a57574a96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1;p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a5346ed4f4f2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8451B887-D2F1-4A8C-9491-C4397E75AD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90505049-EAF6-4D63-A324-FE534796E8B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24353" y="487900"/>
            <a:ext cx="5172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700">
                <a:solidFill>
                  <a:schemeClr val="dk2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9pPr>
          </a:lstStyle>
          <a:p xmlns:a="http://schemas.openxmlformats.org/drawingml/2006/main"/>
        </p:txBody>
      </p:sp>
      <p:sp>
        <p:nvSpPr>
          <p:cNvPr id="14" name="Google Shape;14;p2">
            <a:extLst xmlns:a="http://schemas.openxmlformats.org/drawingml/2006/main">
              <a:ext uri="{FF2B5EF4-FFF2-40B4-BE49-F238E27FC236}">
                <a16:creationId xmlns:a16="http://schemas.microsoft.com/office/drawing/2014/main" id="{603E83CF-69ED-43AC-9B4C-FBA232C30BA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24350" y="2540500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15" name="Google Shape;15;p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9890d27144a2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3858461">
            <a:off x="237403" y="-493551"/>
            <a:ext cx="624495" cy="17234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" name="Google Shape;16;p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8cef8a7ef485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09137" y="1248762"/>
            <a:ext cx="4534426" cy="44663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F430AA35-120F-49DF-80E6-12B5E94C4833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261956" y="1694700"/>
            <a:ext cx="3628800" cy="3574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2.xml><?xml version="1.0" encoding="utf-8"?>
<p:sldLayout xmlns:p="http://schemas.openxmlformats.org/presentationml/2006/main" matchingName="Title slide White">
  <p:cSld name="TITLE_1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9;p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663c1129074be0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0;p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ec71667a464a7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FB22FB48-F7DE-468C-99FB-FC41F94AC9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776726E2-185C-4443-99AD-416E1D3118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24353" y="487900"/>
            <a:ext cx="5172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7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46539339-26E0-4514-A628-42006026B8C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24350" y="2540500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rgbClr val="1F7E98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24" name="Google Shape;24;p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bdbfac8314e5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60173" y="74985"/>
            <a:ext cx="918725" cy="15672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5" name="Google Shape;25;p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bdbfac8314e5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60173" y="1794888"/>
            <a:ext cx="918725" cy="15672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6" name="Google Shape;26;p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bdbfac8314e5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60173" y="3501376"/>
            <a:ext cx="918725" cy="15672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7" name="Google Shape;27;p3">
            <a:extLst xmlns:a="http://schemas.openxmlformats.org/drawingml/2006/main">
              <a:ext uri="{FF2B5EF4-FFF2-40B4-BE49-F238E27FC236}">
                <a16:creationId xmlns:a16="http://schemas.microsoft.com/office/drawing/2014/main" id="{7A133C2C-B144-4562-AD61-5823FCE21B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860175" y="50"/>
            <a:ext cx="3283800" cy="514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3.xml><?xml version="1.0" encoding="utf-8"?>
<p:sldLayout xmlns:p="http://schemas.openxmlformats.org/presentationml/2006/main" matchingName="Title slide Blue">
  <p:cSld name="TITLE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cfc622bfd741d3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FCDB2A0C-63F2-4229-91FD-26FF99ADA2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5D493A41-CEF0-423A-BCC2-71C613E677E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24353" y="487900"/>
            <a:ext cx="5172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700">
                <a:solidFill>
                  <a:schemeClr val="l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100" b="1">
                <a:latin typeface="Lato"/>
                <a:ea typeface="Lato"/>
                <a:cs typeface="Lato"/>
              </a:defRPr>
            </a:lvl9pPr>
          </a:lstStyle>
          <a:p xmlns:a="http://schemas.openxmlformats.org/drawingml/2006/main"/>
        </p:txBody>
      </p:sp>
      <p:pic>
        <p:nvPicPr>
          <p:cNvPr id="32" name="Google Shape;32;p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301309fb6344d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9368DAD1-0948-46C6-9A68-9DE7B7BD12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24350" y="2540500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F7E9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535B0956-C3C5-4FB0-90C3-645AD303C6A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141975" y="50"/>
            <a:ext cx="3001800" cy="514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4.xml><?xml version="1.0" encoding="utf-8"?>
<p:sldLayout xmlns:p="http://schemas.openxmlformats.org/presentationml/2006/main" matchingName="Section header Pap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36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04ae988d1141fd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37;p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5c9bdfb9b44e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0C5CC2AC-69B5-4F65-95A1-C74D714993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8460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90884BD3-B661-44D8-B1D8-C5BD8E21E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Section header White">
  <p:cSld name="SECTION_HEADER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41;p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5a2945b024f76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42;p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565c86f6344b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5E3D5542-5AD8-4E79-9592-155A04AE93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8460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D2631D18-F48F-4B1B-AE7A-760F55148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ection header Blue">
  <p:cSld name="SECTION_HEADER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46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234b3ed0b94add">
            <a:alphaModFix amt="11000"/>
          </a:blip>
          <a:srcRect xmlns:a="http://schemas.openxmlformats.org/drawingml/2006/main" l="2707" t="0" r="619" b="9008"/>
          <a:stretch xmlns:a="http://schemas.openxmlformats.org/drawingml/2006/main"/>
        </p:blipFill>
        <p:spPr>
          <a:xfrm xmlns:a="http://schemas.openxmlformats.org/drawingml/2006/main">
            <a:off x="5782075" y="50"/>
            <a:ext cx="3361901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47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0b81c9fff54e6e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86F0C08-0224-4E63-9F52-2251000F6B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8460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4E7281B9-F195-4DB2-B018-C0A2A1DAF7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50" name="Google Shape;50;p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81e9b05d59495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Title and body Paper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52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9733b2de7c4fc2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A22A07A-CB51-42F4-BD9F-FBAA3A5CF2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0AEDB8DA-2749-40F7-9DDB-6C34FB710E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04875"/>
            <a:ext cx="6543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1"/>
                </a:solidFill>
              </a:defRPr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1"/>
                </a:solidFill>
              </a:defRPr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1"/>
                </a:solidFill>
              </a:defRPr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1"/>
                </a:solidFill>
              </a:defRPr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1"/>
                </a:solidFill>
              </a:defRPr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55" name="Google Shape;55;p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dfdef7afd4b1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75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Title and body White">
  <p:cSld name="TITLE_AND_BODY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57;p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232e1b14a41d7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58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295ac746b64658">
            <a:alphaModFix/>
          </a:blip>
          <a:srcRect xmlns:a="http://schemas.openxmlformats.org/drawingml/2006/main" l="10" t="27625" r="468" b="0"/>
          <a:stretch xmlns:a="http://schemas.openxmlformats.org/drawingml/2006/main"/>
        </p:blipFill>
        <p:spPr>
          <a:xfrm xmlns:a="http://schemas.openxmlformats.org/drawingml/2006/main" rot="10800000" flipH="1">
            <a:off x="-77826" y="4095150"/>
            <a:ext cx="9299626" cy="118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F519A87-C5D0-4D75-815A-50045B61B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D7B9B823-A3AF-4A9E-A401-CB030A29B7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04875"/>
            <a:ext cx="68523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pic>
        <p:nvPicPr>
          <p:cNvPr id="61" name="Google Shape;61;p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06ccb2ebb4e9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75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Title and body Blue">
  <p:cSld name="TITLE_AND_BODY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63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d4362047154b22">
            <a:alphaModFix amt="11000"/>
          </a:blip>
          <a:srcRect xmlns:a="http://schemas.openxmlformats.org/drawingml/2006/main" l="2707" t="0" r="619" b="9008"/>
          <a:stretch xmlns:a="http://schemas.openxmlformats.org/drawingml/2006/main"/>
        </p:blipFill>
        <p:spPr>
          <a:xfrm xmlns:a="http://schemas.openxmlformats.org/drawingml/2006/main">
            <a:off x="5782075" y="50"/>
            <a:ext cx="3361901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64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6a220d24884f42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5" name="Google Shape;65;p10">
            <a:extLst xmlns:a="http://schemas.openxmlformats.org/drawingml/2006/main">
              <a:ext uri="{FF2B5EF4-FFF2-40B4-BE49-F238E27FC236}">
                <a16:creationId xmlns:a16="http://schemas.microsoft.com/office/drawing/2014/main" id="{C6BF016C-A965-4689-A764-DE98D8AB28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DA841C89-5832-4F0A-BA99-4F13A82FEC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04875"/>
            <a:ext cx="63693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lt1"/>
                </a:solidFill>
              </a:defRPr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lt1"/>
                </a:solidFill>
              </a:defRPr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lt1"/>
                </a:solidFill>
              </a:defRPr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lt1"/>
                </a:solidFill>
              </a:defRPr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lt1"/>
                </a:solidFill>
              </a:defRPr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lt1"/>
                </a:solidFill>
              </a:defRPr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lt1"/>
                </a:solidFill>
              </a:defRPr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lt1"/>
                </a:solidFill>
              </a:defRPr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67" name="Google Shape;67;p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721f75dc547c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81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matchingName="Title and two columns Paper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69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d726d0ab6e4051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A397223E-1A93-4E79-B54A-32DBDCC94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3047279C-8BA5-44EF-A3CC-9E6DF1D51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048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chemeClr val="dk1"/>
                </a:solidFill>
              </a:defRPr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</a:defRPr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</a:defRPr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</a:defRPr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</a:defRPr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</a:defRPr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</a:defRPr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</a:defRPr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2" name="Google Shape;72;p11">
            <a:extLst xmlns:a="http://schemas.openxmlformats.org/drawingml/2006/main">
              <a:ext uri="{FF2B5EF4-FFF2-40B4-BE49-F238E27FC236}">
                <a16:creationId xmlns:a16="http://schemas.microsoft.com/office/drawing/2014/main" id="{757E106E-A1E0-4713-88FF-0EC952E065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80000" y="13048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chemeClr val="dk1"/>
                </a:solidFill>
              </a:defRPr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</a:defRPr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</a:defRPr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</a:defRPr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</a:defRPr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</a:defRPr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</a:defRPr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</a:defRPr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73" name="Google Shape;73;p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d08406f0824b1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75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Title and two columns White">
  <p:cSld name="TITLE_AND_TWO_COLUMNS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75;p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33107c08a4b7d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2">
            <a:extLst xmlns:a="http://schemas.openxmlformats.org/drawingml/2006/main">
              <a:ext uri="{FF2B5EF4-FFF2-40B4-BE49-F238E27FC236}">
                <a16:creationId xmlns:a16="http://schemas.microsoft.com/office/drawing/2014/main" id="{19E94712-9E92-4653-B52B-10614B2319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2">
            <a:extLst xmlns:a="http://schemas.openxmlformats.org/drawingml/2006/main">
              <a:ext uri="{FF2B5EF4-FFF2-40B4-BE49-F238E27FC236}">
                <a16:creationId xmlns:a16="http://schemas.microsoft.com/office/drawing/2014/main" id="{F433A78E-9EAE-4940-8AF0-F431774A85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048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78" name="Google Shape;78;p12">
            <a:extLst xmlns:a="http://schemas.openxmlformats.org/drawingml/2006/main">
              <a:ext uri="{FF2B5EF4-FFF2-40B4-BE49-F238E27FC236}">
                <a16:creationId xmlns:a16="http://schemas.microsoft.com/office/drawing/2014/main" id="{5503CE84-1063-4292-844E-6E9E479050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80000" y="13048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pic>
        <p:nvPicPr>
          <p:cNvPr id="79" name="Google Shape;7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e3d96c70674819">
            <a:alphaModFix/>
          </a:blip>
          <a:srcRect xmlns:a="http://schemas.openxmlformats.org/drawingml/2006/main" l="10" t="27625" r="468" b="0"/>
          <a:stretch xmlns:a="http://schemas.openxmlformats.org/drawingml/2006/main"/>
        </p:blipFill>
        <p:spPr>
          <a:xfrm xmlns:a="http://schemas.openxmlformats.org/drawingml/2006/main" rot="10800000">
            <a:off x="-77826" y="4095150"/>
            <a:ext cx="9299626" cy="118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0" name="Google Shape;80;p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fedcd157e4ca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75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Title and two columns Blue">
  <p:cSld name="TITLE_AND_TWO_COLUMNS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82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a3a8730aee4d54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1A0E60C3-BD7B-4A07-A3C7-9CF50EEEE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D1CC3DBA-D93C-472E-8019-AB7557A186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048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chemeClr val="lt1"/>
                </a:solidFill>
              </a:defRPr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lt1"/>
                </a:solidFill>
              </a:defRPr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lt1"/>
                </a:solidFill>
              </a:defRPr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lt1"/>
                </a:solidFill>
              </a:defRPr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lt1"/>
                </a:solidFill>
              </a:defRPr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lt1"/>
                </a:solidFill>
              </a:defRPr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lt1"/>
                </a:solidFill>
              </a:defRPr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lt1"/>
                </a:solidFill>
              </a:defRPr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C25EAA16-164A-45A1-8301-050CCFF17F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80000" y="13048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chemeClr val="lt1"/>
                </a:solidFill>
              </a:defRPr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lt1"/>
                </a:solidFill>
              </a:defRPr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lt1"/>
                </a:solidFill>
              </a:defRPr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lt1"/>
                </a:solidFill>
              </a:defRPr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lt1"/>
                </a:solidFill>
              </a:defRPr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lt1"/>
                </a:solidFill>
              </a:defRPr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lt1"/>
                </a:solidFill>
              </a:defRPr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lt1"/>
                </a:solidFill>
              </a:defRPr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86" name="Google Shape;86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2e8f78970407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81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matchingName="Title only Paper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88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825219f4154281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89;p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32dd5df7844c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0" name="Google Shape;90;p14">
            <a:extLst xmlns:a="http://schemas.openxmlformats.org/drawingml/2006/main">
              <a:ext uri="{FF2B5EF4-FFF2-40B4-BE49-F238E27FC236}">
                <a16:creationId xmlns:a16="http://schemas.microsoft.com/office/drawing/2014/main" id="{A0A8B296-49E3-41A6-AAAA-44615E653D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8775" y="38587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pic>
        <p:nvPicPr>
          <p:cNvPr id="91" name="Google Shape;91;p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1bfc4716c46f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-5400000">
            <a:off x="5333775" y="3882600"/>
            <a:ext cx="979575" cy="16710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2" name="Google Shape;92;p14">
            <a:extLst xmlns:a="http://schemas.openxmlformats.org/drawingml/2006/main">
              <a:ext uri="{FF2B5EF4-FFF2-40B4-BE49-F238E27FC236}">
                <a16:creationId xmlns:a16="http://schemas.microsoft.com/office/drawing/2014/main" id="{4875DF7E-1387-4788-9EBF-FECBF4ED5D9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328525" y="1341450"/>
            <a:ext cx="3493500" cy="349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4.xml><?xml version="1.0" encoding="utf-8"?>
<p:sldLayout xmlns:p="http://schemas.openxmlformats.org/presentationml/2006/main" matchingName="Title only White">
  <p:cSld name="TITLE_ONLY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94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a92c29dee4679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95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8f52226c9428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6" name="Google Shape;96;p15">
            <a:extLst xmlns:a="http://schemas.openxmlformats.org/drawingml/2006/main">
              <a:ext uri="{FF2B5EF4-FFF2-40B4-BE49-F238E27FC236}">
                <a16:creationId xmlns:a16="http://schemas.microsoft.com/office/drawing/2014/main" id="{21C9C795-F850-4530-86F8-EAEFC0BE5F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8775" y="38587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97" name="Google Shape;97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bd8faa25ab4d93">
            <a:alphaModFix/>
          </a:blip>
          <a:srcRect xmlns:a="http://schemas.openxmlformats.org/drawingml/2006/main" l="8662" t="0" r="12162" b="0"/>
          <a:stretch xmlns:a="http://schemas.openxmlformats.org/drawingml/2006/main"/>
        </p:blipFill>
        <p:spPr>
          <a:xfrm xmlns:a="http://schemas.openxmlformats.org/drawingml/2006/main" rot="5400000">
            <a:off x="5764550" y="1752225"/>
            <a:ext cx="5272301" cy="1639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8" name="Google Shape;98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9f1e1e8b043d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-5400000">
            <a:off x="5333775" y="3882600"/>
            <a:ext cx="979575" cy="16710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5">
            <a:extLst xmlns:a="http://schemas.openxmlformats.org/drawingml/2006/main">
              <a:ext uri="{FF2B5EF4-FFF2-40B4-BE49-F238E27FC236}">
                <a16:creationId xmlns:a16="http://schemas.microsoft.com/office/drawing/2014/main" id="{989BC025-BAF6-4AE3-B74C-ECF09061A72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328525" y="1341450"/>
            <a:ext cx="3493500" cy="349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5.xml><?xml version="1.0" encoding="utf-8"?>
<p:sldLayout xmlns:p="http://schemas.openxmlformats.org/presentationml/2006/main" matchingName="Title only Blue">
  <p:cSld name="TITLE_ONLY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01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075514f2314ea2">
            <a:alphaModFix amt="11000"/>
          </a:blip>
          <a:srcRect xmlns:a="http://schemas.openxmlformats.org/drawingml/2006/main" l="2707" t="0" r="619" b="9008"/>
          <a:stretch xmlns:a="http://schemas.openxmlformats.org/drawingml/2006/main"/>
        </p:blipFill>
        <p:spPr>
          <a:xfrm xmlns:a="http://schemas.openxmlformats.org/drawingml/2006/main">
            <a:off x="5782075" y="50"/>
            <a:ext cx="3361901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02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52521786f544b4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" name="Google Shape;103;p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42c9f054e49e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6">
            <a:extLst xmlns:a="http://schemas.openxmlformats.org/drawingml/2006/main">
              <a:ext uri="{FF2B5EF4-FFF2-40B4-BE49-F238E27FC236}">
                <a16:creationId xmlns:a16="http://schemas.microsoft.com/office/drawing/2014/main" id="{B15EB8B7-D682-4B00-90A9-CFEE19E89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8775" y="38587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05" name="Google Shape;105;p16">
            <a:extLst xmlns:a="http://schemas.openxmlformats.org/drawingml/2006/main">
              <a:ext uri="{FF2B5EF4-FFF2-40B4-BE49-F238E27FC236}">
                <a16:creationId xmlns:a16="http://schemas.microsoft.com/office/drawing/2014/main" id="{F3B60FE8-9A43-4848-905D-D5920D79D64C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328525" y="1341450"/>
            <a:ext cx="3493500" cy="349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6.xml><?xml version="1.0" encoding="utf-8"?>
<p:sldLayout xmlns:p="http://schemas.openxmlformats.org/presentationml/2006/main" matchingName="One column text Paper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0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5e58c5c0c24d69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08;p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af7dde29a40b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75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9" name="Google Shape;109;p17">
            <a:extLst xmlns:a="http://schemas.openxmlformats.org/drawingml/2006/main">
              <a:ext uri="{FF2B5EF4-FFF2-40B4-BE49-F238E27FC236}">
                <a16:creationId xmlns:a16="http://schemas.microsoft.com/office/drawing/2014/main" id="{3D521136-3E0A-4EA6-81EF-663637E8B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5850" y="1181763"/>
            <a:ext cx="44952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23850">
              <a:spcBef>
                <a:spcPts val="0"/>
              </a:spcBef>
              <a:spcAft>
                <a:spcPts val="0"/>
              </a:spcAft>
              <a:buChar char="●"/>
              <a:defRPr sz="1500">
                <a:solidFill>
                  <a:schemeClr val="dk1"/>
                </a:solidFill>
              </a:defRPr>
            </a:lvl1pPr>
            <a:lvl2pPr marL="914400" indent="-323850"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dk1"/>
                </a:solidFill>
              </a:defRPr>
            </a:lvl2pPr>
            <a:lvl3pPr marL="1371600" indent="-323850">
              <a:spcBef>
                <a:spcPts val="0"/>
              </a:spcBef>
              <a:spcAft>
                <a:spcPts val="0"/>
              </a:spcAft>
              <a:buChar char="■"/>
              <a:defRPr sz="1500">
                <a:solidFill>
                  <a:schemeClr val="dk1"/>
                </a:solidFill>
              </a:defRPr>
            </a:lvl3pPr>
            <a:lvl4pPr marL="1828800" indent="-323850">
              <a:spcBef>
                <a:spcPts val="0"/>
              </a:spcBef>
              <a:spcAft>
                <a:spcPts val="0"/>
              </a:spcAft>
              <a:buChar char="●"/>
              <a:defRPr sz="1500">
                <a:solidFill>
                  <a:schemeClr val="dk1"/>
                </a:solidFill>
              </a:defRPr>
            </a:lvl4pPr>
            <a:lvl5pPr marL="2286000" indent="-323850"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dk1"/>
                </a:solidFill>
              </a:defRPr>
            </a:lvl5pPr>
            <a:lvl6pPr marL="2743200" indent="-323850">
              <a:spcBef>
                <a:spcPts val="0"/>
              </a:spcBef>
              <a:spcAft>
                <a:spcPts val="0"/>
              </a:spcAft>
              <a:buChar char="■"/>
              <a:defRPr sz="1500">
                <a:solidFill>
                  <a:schemeClr val="dk1"/>
                </a:solidFill>
              </a:defRPr>
            </a:lvl6pPr>
            <a:lvl7pPr marL="3200400" indent="-323850">
              <a:spcBef>
                <a:spcPts val="0"/>
              </a:spcBef>
              <a:spcAft>
                <a:spcPts val="0"/>
              </a:spcAft>
              <a:buChar char="●"/>
              <a:defRPr sz="1500">
                <a:solidFill>
                  <a:schemeClr val="dk1"/>
                </a:solidFill>
              </a:defRPr>
            </a:lvl7pPr>
            <a:lvl8pPr marL="3657600" indent="-323850"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dk1"/>
                </a:solidFill>
              </a:defRPr>
            </a:lvl8pPr>
            <a:lvl9pPr marL="4114800" indent="-323850">
              <a:spcBef>
                <a:spcPts val="0"/>
              </a:spcBef>
              <a:spcAft>
                <a:spcPts val="0"/>
              </a:spcAft>
              <a:buChar char="■"/>
              <a:defRPr sz="15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10" name="Google Shape;110;p17">
            <a:extLst xmlns:a="http://schemas.openxmlformats.org/drawingml/2006/main">
              <a:ext uri="{FF2B5EF4-FFF2-40B4-BE49-F238E27FC236}">
                <a16:creationId xmlns:a16="http://schemas.microsoft.com/office/drawing/2014/main" id="{7AB1F720-02CF-4240-B552-991245EF57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11" name="Google Shape;111;p17">
            <a:extLst xmlns:a="http://schemas.openxmlformats.org/drawingml/2006/main">
              <a:ext uri="{FF2B5EF4-FFF2-40B4-BE49-F238E27FC236}">
                <a16:creationId xmlns:a16="http://schemas.microsoft.com/office/drawing/2014/main" id="{949C461C-F132-4176-B8CD-5AF5D5B49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7.xml><?xml version="1.0" encoding="utf-8"?>
<p:sldLayout xmlns:p="http://schemas.openxmlformats.org/presentationml/2006/main" matchingName="One column text White">
  <p:cSld name="ONE_COLUMN_TEXT_2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13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8fc2f1afe490d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14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d09050d54440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5" name="Google Shape;115;p18">
            <a:extLst xmlns:a="http://schemas.openxmlformats.org/drawingml/2006/main">
              <a:ext uri="{FF2B5EF4-FFF2-40B4-BE49-F238E27FC236}">
                <a16:creationId xmlns:a16="http://schemas.microsoft.com/office/drawing/2014/main" id="{923A4A7A-B07A-44D9-8B70-C8BA9A4DB6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5850" y="1181763"/>
            <a:ext cx="44952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23850">
              <a:spcBef>
                <a:spcPts val="0"/>
              </a:spcBef>
              <a:spcAft>
                <a:spcPts val="0"/>
              </a:spcAft>
              <a:buChar char="●"/>
              <a:defRPr sz="1500"/>
            </a:lvl1pPr>
            <a:lvl2pPr marL="914400" indent="-323850">
              <a:spcBef>
                <a:spcPts val="0"/>
              </a:spcBef>
              <a:spcAft>
                <a:spcPts val="0"/>
              </a:spcAft>
              <a:buChar char="○"/>
              <a:defRPr sz="1500"/>
            </a:lvl2pPr>
            <a:lvl3pPr marL="1371600" indent="-323850">
              <a:spcBef>
                <a:spcPts val="0"/>
              </a:spcBef>
              <a:spcAft>
                <a:spcPts val="0"/>
              </a:spcAft>
              <a:buChar char="■"/>
              <a:defRPr sz="1500"/>
            </a:lvl3pPr>
            <a:lvl4pPr marL="1828800" indent="-323850">
              <a:spcBef>
                <a:spcPts val="0"/>
              </a:spcBef>
              <a:spcAft>
                <a:spcPts val="0"/>
              </a:spcAft>
              <a:buChar char="●"/>
              <a:defRPr sz="1500"/>
            </a:lvl4pPr>
            <a:lvl5pPr marL="2286000" indent="-323850">
              <a:spcBef>
                <a:spcPts val="0"/>
              </a:spcBef>
              <a:spcAft>
                <a:spcPts val="0"/>
              </a:spcAft>
              <a:buChar char="○"/>
              <a:defRPr sz="1500"/>
            </a:lvl5pPr>
            <a:lvl6pPr marL="2743200" indent="-323850">
              <a:spcBef>
                <a:spcPts val="0"/>
              </a:spcBef>
              <a:spcAft>
                <a:spcPts val="0"/>
              </a:spcAft>
              <a:buChar char="■"/>
              <a:defRPr sz="1500"/>
            </a:lvl6pPr>
            <a:lvl7pPr marL="3200400" indent="-323850">
              <a:spcBef>
                <a:spcPts val="0"/>
              </a:spcBef>
              <a:spcAft>
                <a:spcPts val="0"/>
              </a:spcAft>
              <a:buChar char="●"/>
              <a:defRPr sz="1500"/>
            </a:lvl7pPr>
            <a:lvl8pPr marL="3657600" indent="-323850">
              <a:spcBef>
                <a:spcPts val="0"/>
              </a:spcBef>
              <a:spcAft>
                <a:spcPts val="0"/>
              </a:spcAft>
              <a:buChar char="○"/>
              <a:defRPr sz="1500"/>
            </a:lvl8pPr>
            <a:lvl9pPr marL="4114800" indent="-323850">
              <a:spcBef>
                <a:spcPts val="0"/>
              </a:spcBef>
              <a:spcAft>
                <a:spcPts val="0"/>
              </a:spcAft>
              <a:buChar char="■"/>
              <a:defRPr sz="1500"/>
            </a:lvl9pPr>
          </a:lstStyle>
          <a:p xmlns:a="http://schemas.openxmlformats.org/drawingml/2006/main"/>
        </p:txBody>
      </p:sp>
      <p:sp>
        <p:nvSpPr>
          <p:cNvPr id="116" name="Google Shape;116;p18">
            <a:extLst xmlns:a="http://schemas.openxmlformats.org/drawingml/2006/main">
              <a:ext uri="{FF2B5EF4-FFF2-40B4-BE49-F238E27FC236}">
                <a16:creationId xmlns:a16="http://schemas.microsoft.com/office/drawing/2014/main" id="{4239862C-34D8-4A33-A18B-AFAC7A9CC91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17" name="Google Shape;117;p18">
            <a:extLst xmlns:a="http://schemas.openxmlformats.org/drawingml/2006/main">
              <a:ext uri="{FF2B5EF4-FFF2-40B4-BE49-F238E27FC236}">
                <a16:creationId xmlns:a16="http://schemas.microsoft.com/office/drawing/2014/main" id="{49A49279-D4EB-4095-B219-92A2CC3DFD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pic>
        <p:nvPicPr>
          <p:cNvPr id="118" name="Google Shape;118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65f21283fc414c">
            <a:alphaModFix/>
          </a:blip>
          <a:srcRect xmlns:a="http://schemas.openxmlformats.org/drawingml/2006/main" l="8662" t="0" r="12162" b="0"/>
          <a:stretch xmlns:a="http://schemas.openxmlformats.org/drawingml/2006/main"/>
        </p:blipFill>
        <p:spPr>
          <a:xfrm xmlns:a="http://schemas.openxmlformats.org/drawingml/2006/main" rot="5400000">
            <a:off x="5764550" y="1752225"/>
            <a:ext cx="5272301" cy="1639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matchingName="One column text Blue">
  <p:cSld name="ONE_COLUMN_TEXT_2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2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d339590b474e89">
            <a:alphaModFix amt="11000"/>
          </a:blip>
          <a:srcRect xmlns:a="http://schemas.openxmlformats.org/drawingml/2006/main" l="2707" t="0" r="619" b="9008"/>
          <a:stretch xmlns:a="http://schemas.openxmlformats.org/drawingml/2006/main"/>
        </p:blipFill>
        <p:spPr>
          <a:xfrm xmlns:a="http://schemas.openxmlformats.org/drawingml/2006/main">
            <a:off x="5782075" y="50"/>
            <a:ext cx="3361901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2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68a9b80c144e13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A4625E87-45B5-4ED5-9AE7-84EF35BDCB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5850" y="1181763"/>
            <a:ext cx="44952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23850">
              <a:spcBef>
                <a:spcPts val="0"/>
              </a:spcBef>
              <a:spcAft>
                <a:spcPts val="0"/>
              </a:spcAft>
              <a:buChar char="●"/>
              <a:defRPr sz="1500">
                <a:solidFill>
                  <a:schemeClr val="lt1"/>
                </a:solidFill>
              </a:defRPr>
            </a:lvl1pPr>
            <a:lvl2pPr marL="914400" indent="-323850"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lt1"/>
                </a:solidFill>
              </a:defRPr>
            </a:lvl2pPr>
            <a:lvl3pPr marL="1371600" indent="-323850">
              <a:spcBef>
                <a:spcPts val="0"/>
              </a:spcBef>
              <a:spcAft>
                <a:spcPts val="0"/>
              </a:spcAft>
              <a:buChar char="■"/>
              <a:defRPr sz="1500">
                <a:solidFill>
                  <a:schemeClr val="lt1"/>
                </a:solidFill>
              </a:defRPr>
            </a:lvl3pPr>
            <a:lvl4pPr marL="1828800" indent="-323850">
              <a:spcBef>
                <a:spcPts val="0"/>
              </a:spcBef>
              <a:spcAft>
                <a:spcPts val="0"/>
              </a:spcAft>
              <a:buChar char="●"/>
              <a:defRPr sz="1500">
                <a:solidFill>
                  <a:schemeClr val="lt1"/>
                </a:solidFill>
              </a:defRPr>
            </a:lvl4pPr>
            <a:lvl5pPr marL="2286000" indent="-323850"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lt1"/>
                </a:solidFill>
              </a:defRPr>
            </a:lvl5pPr>
            <a:lvl6pPr marL="2743200" indent="-323850">
              <a:spcBef>
                <a:spcPts val="0"/>
              </a:spcBef>
              <a:spcAft>
                <a:spcPts val="0"/>
              </a:spcAft>
              <a:buChar char="■"/>
              <a:defRPr sz="1500">
                <a:solidFill>
                  <a:schemeClr val="lt1"/>
                </a:solidFill>
              </a:defRPr>
            </a:lvl6pPr>
            <a:lvl7pPr marL="3200400" indent="-323850">
              <a:spcBef>
                <a:spcPts val="0"/>
              </a:spcBef>
              <a:spcAft>
                <a:spcPts val="0"/>
              </a:spcAft>
              <a:buChar char="●"/>
              <a:defRPr sz="1500">
                <a:solidFill>
                  <a:schemeClr val="lt1"/>
                </a:solidFill>
              </a:defRPr>
            </a:lvl7pPr>
            <a:lvl8pPr marL="3657600" indent="-323850"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lt1"/>
                </a:solidFill>
              </a:defRPr>
            </a:lvl8pPr>
            <a:lvl9pPr marL="4114800" indent="-323850">
              <a:spcBef>
                <a:spcPts val="0"/>
              </a:spcBef>
              <a:spcAft>
                <a:spcPts val="0"/>
              </a:spcAft>
              <a:buChar char="■"/>
              <a:defRPr sz="15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DF246424-A834-4C41-AE1B-50D2907261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0036D521-241F-47B8-B572-DBE29C4044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pic>
        <p:nvPicPr>
          <p:cNvPr id="125" name="Google Shape;125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d4f2411874e0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81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Main point Paper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27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54ca252afc46a7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28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10607eee0466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9" name="Google Shape;129;p20">
            <a:extLst xmlns:a="http://schemas.openxmlformats.org/drawingml/2006/main">
              <a:ext uri="{FF2B5EF4-FFF2-40B4-BE49-F238E27FC236}">
                <a16:creationId xmlns:a16="http://schemas.microsoft.com/office/drawing/2014/main" id="{B6DE5C17-3C6E-42B0-BAA3-AE48DD89D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44466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607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130" name="Google Shape;130;p20">
            <a:extLst xmlns:a="http://schemas.openxmlformats.org/drawingml/2006/main">
              <a:ext uri="{FF2B5EF4-FFF2-40B4-BE49-F238E27FC236}">
                <a16:creationId xmlns:a16="http://schemas.microsoft.com/office/drawing/2014/main" id="{03BB7E48-7486-4A13-A649-5B7DC253BB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131" name="Google Shape;131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33645467a497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4032315">
            <a:off x="373977" y="-508350"/>
            <a:ext cx="624495" cy="17234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E22DC249-7D33-490C-B066-E764027302BC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258900" y="0"/>
            <a:ext cx="28851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89B0DF8-AC1D-4869-BECE-33D1E25A6269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5661575" y="523200"/>
            <a:ext cx="2971800" cy="435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20.xml><?xml version="1.0" encoding="utf-8"?>
<p:sldLayout xmlns:p="http://schemas.openxmlformats.org/presentationml/2006/main" matchingName="Main point White">
  <p:cSld name="MAIN_POINT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35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14c5f1a90490e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36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d356158184a0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5DAD65C5-886D-48EA-B164-C5247EF690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4594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138" name="Google Shape;138;p21">
            <a:extLst xmlns:a="http://schemas.openxmlformats.org/drawingml/2006/main">
              <a:ext uri="{FF2B5EF4-FFF2-40B4-BE49-F238E27FC236}">
                <a16:creationId xmlns:a16="http://schemas.microsoft.com/office/drawing/2014/main" id="{C5FB3057-0D46-4B48-9F3D-8ED63455A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139" name="Google Shape;139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a6b59909f458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5400000">
            <a:off x="5605113" y="3889013"/>
            <a:ext cx="1025350" cy="17491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0" name="Google Shape;140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cb90cec6c412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09674" y="-67074"/>
            <a:ext cx="669041" cy="1200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21">
            <a:extLst xmlns:a="http://schemas.openxmlformats.org/drawingml/2006/main">
              <a:ext uri="{FF2B5EF4-FFF2-40B4-BE49-F238E27FC236}">
                <a16:creationId xmlns:a16="http://schemas.microsoft.com/office/drawing/2014/main" id="{2947AC0B-D465-4F36-886B-1BE656A26B6E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258900" y="0"/>
            <a:ext cx="28851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42" name="Google Shape;142;p21">
            <a:extLst xmlns:a="http://schemas.openxmlformats.org/drawingml/2006/main">
              <a:ext uri="{FF2B5EF4-FFF2-40B4-BE49-F238E27FC236}">
                <a16:creationId xmlns:a16="http://schemas.microsoft.com/office/drawing/2014/main" id="{E2857ECC-B273-49B3-9D6E-3F13BC088470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5661575" y="523200"/>
            <a:ext cx="2971800" cy="435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21.xml><?xml version="1.0" encoding="utf-8"?>
<p:sldLayout xmlns:p="http://schemas.openxmlformats.org/presentationml/2006/main" matchingName="Main point Blue">
  <p:cSld name="MAIN_POINT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4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9ec242efcd4a3a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5" name="Google Shape;145;p22">
            <a:extLst xmlns:a="http://schemas.openxmlformats.org/drawingml/2006/main">
              <a:ext uri="{FF2B5EF4-FFF2-40B4-BE49-F238E27FC236}">
                <a16:creationId xmlns:a16="http://schemas.microsoft.com/office/drawing/2014/main" id="{E6293FCD-2C24-46B6-B6F6-D722611E6F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42453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146" name="Google Shape;146;p22">
            <a:extLst xmlns:a="http://schemas.openxmlformats.org/drawingml/2006/main">
              <a:ext uri="{FF2B5EF4-FFF2-40B4-BE49-F238E27FC236}">
                <a16:creationId xmlns:a16="http://schemas.microsoft.com/office/drawing/2014/main" id="{2A41489F-414D-4377-96C5-784CEC3C79B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258900" y="0"/>
            <a:ext cx="28851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pic>
        <p:nvPicPr>
          <p:cNvPr id="147" name="Google Shape;147;p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6c34b0ba0a4fb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8" name="Google Shape;148;p22">
            <a:extLst xmlns:a="http://schemas.openxmlformats.org/drawingml/2006/main">
              <a:ext uri="{FF2B5EF4-FFF2-40B4-BE49-F238E27FC236}">
                <a16:creationId xmlns:a16="http://schemas.microsoft.com/office/drawing/2014/main" id="{F58863D6-2E1A-4391-B428-0F5215EDAFB7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5661575" y="523200"/>
            <a:ext cx="2971800" cy="435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22.xml><?xml version="1.0" encoding="utf-8"?>
<p:sldLayout xmlns:p="http://schemas.openxmlformats.org/presentationml/2006/main" matchingName="Section title and description Paper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50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1d0403bef442e3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51;p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4abee3c66467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2" name="Google Shape;152;p23">
            <a:extLst xmlns:a="http://schemas.openxmlformats.org/drawingml/2006/main">
              <a:ext uri="{FF2B5EF4-FFF2-40B4-BE49-F238E27FC236}">
                <a16:creationId xmlns:a16="http://schemas.microsoft.com/office/drawing/2014/main" id="{D90D77E0-5FE8-4F4C-A022-EB7DA5B262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1700" y="1233175"/>
            <a:ext cx="44031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53" name="Google Shape;153;p23">
            <a:extLst xmlns:a="http://schemas.openxmlformats.org/drawingml/2006/main">
              <a:ext uri="{FF2B5EF4-FFF2-40B4-BE49-F238E27FC236}">
                <a16:creationId xmlns:a16="http://schemas.microsoft.com/office/drawing/2014/main" id="{CDD9EA29-D760-492D-8789-DC99D4332E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417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154" name="Google Shape;154;p23">
            <a:extLst xmlns:a="http://schemas.openxmlformats.org/drawingml/2006/main">
              <a:ext uri="{FF2B5EF4-FFF2-40B4-BE49-F238E27FC236}">
                <a16:creationId xmlns:a16="http://schemas.microsoft.com/office/drawing/2014/main" id="{B172FF8F-C041-4B2D-9118-45730C45DC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58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1"/>
                </a:solidFill>
              </a:defRPr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1"/>
                </a:solidFill>
              </a:defRPr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1"/>
                </a:solidFill>
              </a:defRPr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1"/>
                </a:solidFill>
              </a:defRPr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1"/>
                </a:solidFill>
              </a:defRPr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55" name="Google Shape;155;p23">
            <a:extLst xmlns:a="http://schemas.openxmlformats.org/drawingml/2006/main">
              <a:ext uri="{FF2B5EF4-FFF2-40B4-BE49-F238E27FC236}">
                <a16:creationId xmlns:a16="http://schemas.microsoft.com/office/drawing/2014/main" id="{28025684-D306-4065-B0E0-CA4F718336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Section title and description White">
  <p:cSld name="SECTION_TITLE_AND_DESCRIPTION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57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58e8fa1b040f6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58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12e34e8c8d4a8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4975" y="204675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" name="Google Shape;159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51a5fe271b4ce0">
            <a:alphaModFix/>
          </a:blip>
          <a:srcRect xmlns:a="http://schemas.openxmlformats.org/drawingml/2006/main" l="10" t="27625" r="468" b="0"/>
          <a:stretch xmlns:a="http://schemas.openxmlformats.org/drawingml/2006/main"/>
        </p:blipFill>
        <p:spPr>
          <a:xfrm xmlns:a="http://schemas.openxmlformats.org/drawingml/2006/main" rot="10800000" flipH="1">
            <a:off x="-77826" y="4095150"/>
            <a:ext cx="9299626" cy="118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0" name="Google Shape;160;p24">
            <a:extLst xmlns:a="http://schemas.openxmlformats.org/drawingml/2006/main">
              <a:ext uri="{FF2B5EF4-FFF2-40B4-BE49-F238E27FC236}">
                <a16:creationId xmlns:a16="http://schemas.microsoft.com/office/drawing/2014/main" id="{2BE9D561-3844-49B7-9227-4342483CA9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1700" y="1233175"/>
            <a:ext cx="44031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161" name="Google Shape;161;p24">
            <a:extLst xmlns:a="http://schemas.openxmlformats.org/drawingml/2006/main">
              <a:ext uri="{FF2B5EF4-FFF2-40B4-BE49-F238E27FC236}">
                <a16:creationId xmlns:a16="http://schemas.microsoft.com/office/drawing/2014/main" id="{2E34CCBB-2311-46A9-A2DD-37BBE9206E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417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162" name="Google Shape;162;p24">
            <a:extLst xmlns:a="http://schemas.openxmlformats.org/drawingml/2006/main">
              <a:ext uri="{FF2B5EF4-FFF2-40B4-BE49-F238E27FC236}">
                <a16:creationId xmlns:a16="http://schemas.microsoft.com/office/drawing/2014/main" id="{6EF2DF92-1482-4534-9CF3-81D5DC6717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58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63" name="Google Shape;163;p24">
            <a:extLst xmlns:a="http://schemas.openxmlformats.org/drawingml/2006/main">
              <a:ext uri="{FF2B5EF4-FFF2-40B4-BE49-F238E27FC236}">
                <a16:creationId xmlns:a16="http://schemas.microsoft.com/office/drawing/2014/main" id="{7A7F6F0E-17AD-4A10-BC23-4CD9D40608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Section title and description Blue">
  <p:cSld name="SECTION_TITLE_AND_DESCRIPTION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65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bdfa3de3f442c3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5">
            <a:extLst xmlns:a="http://schemas.openxmlformats.org/drawingml/2006/main">
              <a:ext uri="{FF2B5EF4-FFF2-40B4-BE49-F238E27FC236}">
                <a16:creationId xmlns:a16="http://schemas.microsoft.com/office/drawing/2014/main" id="{BE4DE2F8-3A41-4BD2-9F0D-F04D5083D2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1700" y="1233175"/>
            <a:ext cx="44031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67" name="Google Shape;167;p25">
            <a:extLst xmlns:a="http://schemas.openxmlformats.org/drawingml/2006/main">
              <a:ext uri="{FF2B5EF4-FFF2-40B4-BE49-F238E27FC236}">
                <a16:creationId xmlns:a16="http://schemas.microsoft.com/office/drawing/2014/main" id="{40E5CE94-86FD-4248-AD14-ABD599DAE4B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417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168" name="Google Shape;168;p25">
            <a:extLst xmlns:a="http://schemas.openxmlformats.org/drawingml/2006/main">
              <a:ext uri="{FF2B5EF4-FFF2-40B4-BE49-F238E27FC236}">
                <a16:creationId xmlns:a16="http://schemas.microsoft.com/office/drawing/2014/main" id="{E49E3C8D-E846-4A74-AD9C-4CA3C97CA4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58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lt1"/>
                </a:solidFill>
              </a:defRPr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lt1"/>
                </a:solidFill>
              </a:defRPr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lt1"/>
                </a:solidFill>
              </a:defRPr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lt1"/>
                </a:solidFill>
              </a:defRPr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lt1"/>
                </a:solidFill>
              </a:defRPr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lt1"/>
                </a:solidFill>
              </a:defRPr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lt1"/>
                </a:solidFill>
              </a:defRPr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lt1"/>
                </a:solidFill>
              </a:defRPr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69" name="Google Shape;169;p25">
            <a:extLst xmlns:a="http://schemas.openxmlformats.org/drawingml/2006/main">
              <a:ext uri="{FF2B5EF4-FFF2-40B4-BE49-F238E27FC236}">
                <a16:creationId xmlns:a16="http://schemas.microsoft.com/office/drawing/2014/main" id="{60AC521B-9314-440C-AD62-3C4F0E348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170" name="Google Shape;170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fcb43e13e47d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5.xml><?xml version="1.0" encoding="utf-8"?>
<p:sldLayout xmlns:p="http://schemas.openxmlformats.org/presentationml/2006/main" matchingName="Caption Paper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72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589132231447bf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73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1ddc5741e40f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1275" y="2040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4" name="Google Shape;174;p26">
            <a:extLst xmlns:a="http://schemas.openxmlformats.org/drawingml/2006/main">
              <a:ext uri="{FF2B5EF4-FFF2-40B4-BE49-F238E27FC236}">
                <a16:creationId xmlns:a16="http://schemas.microsoft.com/office/drawing/2014/main" id="{B30914A5-44CD-44BF-8C36-5A3F31CFC2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1925" y="4280900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1pPr>
          </a:lstStyle>
          <a:p xmlns:a="http://schemas.openxmlformats.org/drawingml/2006/main"/>
        </p:txBody>
      </p:sp>
      <p:sp>
        <p:nvSpPr>
          <p:cNvPr id="175" name="Google Shape;175;p26">
            <a:extLst xmlns:a="http://schemas.openxmlformats.org/drawingml/2006/main">
              <a:ext uri="{FF2B5EF4-FFF2-40B4-BE49-F238E27FC236}">
                <a16:creationId xmlns:a16="http://schemas.microsoft.com/office/drawing/2014/main" id="{7BF14B30-5AF2-4691-92D0-A6BCF00CFC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176" name="Google Shape;176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5d3ff6c6e411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1372" y="2034325"/>
            <a:ext cx="3022525" cy="3022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7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c40cd69d0d436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32575" y="2468450"/>
            <a:ext cx="4406226" cy="283565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8" name="Google Shape;178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a459710c54fa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4158" y="204050"/>
            <a:ext cx="709700" cy="1273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6.xml><?xml version="1.0" encoding="utf-8"?>
<p:sldLayout xmlns:p="http://schemas.openxmlformats.org/presentationml/2006/main" matchingName="Caption White">
  <p:cSld name="CAPTION_ONLY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80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ef6bc9c264531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81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b9ed23e2bb414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1275" y="2040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" name="Google Shape;182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9f4842831c4b5e">
            <a:alphaModFix/>
          </a:blip>
          <a:srcRect xmlns:a="http://schemas.openxmlformats.org/drawingml/2006/main" l="8662" t="0" r="12162" b="0"/>
          <a:stretch xmlns:a="http://schemas.openxmlformats.org/drawingml/2006/main"/>
        </p:blipFill>
        <p:spPr>
          <a:xfrm xmlns:a="http://schemas.openxmlformats.org/drawingml/2006/main" rot="5400000">
            <a:off x="5764550" y="1752225"/>
            <a:ext cx="5272301" cy="1639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183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f9529e20341e2">
            <a:alphaModFix amt="6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97621" y="2431884"/>
            <a:ext cx="3909427" cy="3909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4" name="Google Shape;184;p27">
            <a:extLst xmlns:a="http://schemas.openxmlformats.org/drawingml/2006/main">
              <a:ext uri="{FF2B5EF4-FFF2-40B4-BE49-F238E27FC236}">
                <a16:creationId xmlns:a16="http://schemas.microsoft.com/office/drawing/2014/main" id="{7001DCA0-052D-490A-9402-AA54013DBD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1925" y="4280900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185" name="Google Shape;185;p27">
            <a:extLst xmlns:a="http://schemas.openxmlformats.org/drawingml/2006/main">
              <a:ext uri="{FF2B5EF4-FFF2-40B4-BE49-F238E27FC236}">
                <a16:creationId xmlns:a16="http://schemas.microsoft.com/office/drawing/2014/main" id="{0BE560FE-A62F-4E30-B6D0-794AA7EDE3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186" name="Google Shape;186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ffa23951f449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38264">
            <a:off x="5227603" y="2668265"/>
            <a:ext cx="4130142" cy="27466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7.xml><?xml version="1.0" encoding="utf-8"?>
<p:sldLayout xmlns:p="http://schemas.openxmlformats.org/presentationml/2006/main" matchingName="Caption Blue">
  <p:cSld name="CAPTION_ONLY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88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c125d2593341fa">
            <a:alphaModFix amt="11000"/>
          </a:blip>
          <a:srcRect xmlns:a="http://schemas.openxmlformats.org/drawingml/2006/main" l="2707" t="0" r="619" b="9008"/>
          <a:stretch xmlns:a="http://schemas.openxmlformats.org/drawingml/2006/main"/>
        </p:blipFill>
        <p:spPr>
          <a:xfrm xmlns:a="http://schemas.openxmlformats.org/drawingml/2006/main">
            <a:off x="5782075" y="50"/>
            <a:ext cx="3361901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89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407d42a73945c6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90" name="Google Shape;190;p28">
            <a:extLst xmlns:a="http://schemas.openxmlformats.org/drawingml/2006/main">
              <a:ext uri="{FF2B5EF4-FFF2-40B4-BE49-F238E27FC236}">
                <a16:creationId xmlns:a16="http://schemas.microsoft.com/office/drawing/2014/main" id="{25EB808E-50B5-4CD5-A018-CC86DC8939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1925" y="4280900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191" name="Google Shape;191;p28">
            <a:extLst xmlns:a="http://schemas.openxmlformats.org/drawingml/2006/main">
              <a:ext uri="{FF2B5EF4-FFF2-40B4-BE49-F238E27FC236}">
                <a16:creationId xmlns:a16="http://schemas.microsoft.com/office/drawing/2014/main" id="{A9D4AE84-4706-4996-B0BB-2F07891A38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pic>
        <p:nvPicPr>
          <p:cNvPr id="192" name="Google Shape;19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a82c2c3ef405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2450" y="2040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93" name="Google Shape;193;p28">
            <a:extLst xmlns:a="http://schemas.openxmlformats.org/drawingml/2006/main">
              <a:ext uri="{FF2B5EF4-FFF2-40B4-BE49-F238E27FC236}">
                <a16:creationId xmlns:a16="http://schemas.microsoft.com/office/drawing/2014/main" id="{EE30F2F7-FC34-4CDC-949B-2AC8C62263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069050" y="25"/>
            <a:ext cx="3218700" cy="514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28.xml><?xml version="1.0" encoding="utf-8"?>
<p:sldLayout xmlns:p="http://schemas.openxmlformats.org/presentationml/2006/main" matchingName="Big number Pap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95;p2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c5ff2c2ebe4f97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196;p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35899da234c1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" name="Google Shape;197;p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844ce5cd840a3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77950" y="-622250"/>
            <a:ext cx="6388127" cy="63880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98" name="Google Shape;198;p29">
            <a:extLst xmlns:a="http://schemas.openxmlformats.org/drawingml/2006/main">
              <a:ext uri="{FF2B5EF4-FFF2-40B4-BE49-F238E27FC236}">
                <a16:creationId xmlns:a16="http://schemas.microsoft.com/office/drawing/2014/main" id="{D1E77578-3D02-4CC8-91E9-DDFA274426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99" name="Google Shape;199;p29">
            <a:extLst xmlns:a="http://schemas.openxmlformats.org/drawingml/2006/main">
              <a:ext uri="{FF2B5EF4-FFF2-40B4-BE49-F238E27FC236}">
                <a16:creationId xmlns:a16="http://schemas.microsoft.com/office/drawing/2014/main" id="{9A9924AE-8750-4CF8-A2AE-C3E4D09F1D1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41557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chemeClr val="dk2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Big number White">
  <p:cSld name="BIG_NUMBER_1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01;p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9c3f068a84d45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02;p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994b7c1eb445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" name="Google Shape;203;p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474d8fb8e4f7c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77939" y="-622255"/>
            <a:ext cx="6388127" cy="63880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4" name="Google Shape;204;p30">
            <a:extLst xmlns:a="http://schemas.openxmlformats.org/drawingml/2006/main">
              <a:ext uri="{FF2B5EF4-FFF2-40B4-BE49-F238E27FC236}">
                <a16:creationId xmlns:a16="http://schemas.microsoft.com/office/drawing/2014/main" id="{FE0E67E0-58B2-4F01-9C48-01B9F1CCC5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205" name="Google Shape;205;p30">
            <a:extLst xmlns:a="http://schemas.openxmlformats.org/drawingml/2006/main">
              <a:ext uri="{FF2B5EF4-FFF2-40B4-BE49-F238E27FC236}">
                <a16:creationId xmlns:a16="http://schemas.microsoft.com/office/drawing/2014/main" id="{CF780F33-60FB-4A85-91B4-DE23E063361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41557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</p:spTree>
  </p:cSld>
</p:sldLayout>
</file>

<file path=ppt/slideLayouts/slideLayout30.xml><?xml version="1.0" encoding="utf-8"?>
<p:sldLayout xmlns:p="http://schemas.openxmlformats.org/presentationml/2006/main" matchingName="Big number Blue">
  <p:cSld name="BIG_NUMBER_1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07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c798b873d74516">
            <a:alphaModFix amt="11000"/>
          </a:blip>
          <a:srcRect xmlns:a="http://schemas.openxmlformats.org/drawingml/2006/main" l="2704" t="0" r="48655" b="31894"/>
          <a:stretch xmlns:a="http://schemas.openxmlformats.org/drawingml/2006/main"/>
        </p:blipFill>
        <p:spPr>
          <a:xfrm xmlns:a="http://schemas.openxmlformats.org/drawingml/2006/main">
            <a:off x="7512400" y="1362075"/>
            <a:ext cx="1691525" cy="384992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08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c798b873d74516">
            <a:alphaModFix amt="11000"/>
          </a:blip>
          <a:srcRect xmlns:a="http://schemas.openxmlformats.org/drawingml/2006/main" l="2707" t="17462" r="49304" b="9014"/>
          <a:stretch xmlns:a="http://schemas.openxmlformats.org/drawingml/2006/main"/>
        </p:blipFill>
        <p:spPr>
          <a:xfrm xmlns:a="http://schemas.openxmlformats.org/drawingml/2006/main" flipH="1">
            <a:off x="-107025" y="-149825"/>
            <a:ext cx="2125425" cy="529332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" name="Google Shape;209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09c01689474dea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210;p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73f95994f45c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11" name="Google Shape;211;p31">
            <a:extLst xmlns:a="http://schemas.openxmlformats.org/drawingml/2006/main">
              <a:ext uri="{FF2B5EF4-FFF2-40B4-BE49-F238E27FC236}">
                <a16:creationId xmlns:a16="http://schemas.microsoft.com/office/drawing/2014/main" id="{08C3326E-D7FD-40E8-860D-3B5E839B8D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212" name="Google Shape;212;p31">
            <a:extLst xmlns:a="http://schemas.openxmlformats.org/drawingml/2006/main">
              <a:ext uri="{FF2B5EF4-FFF2-40B4-BE49-F238E27FC236}">
                <a16:creationId xmlns:a16="http://schemas.microsoft.com/office/drawing/2014/main" id="{D767E683-2D64-4BB5-939B-BDEF6BD5445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41557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chemeClr val="l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</p:spTree>
  </p:cSld>
</p:sldLayout>
</file>

<file path=ppt/slideLayouts/slideLayout31.xml><?xml version="1.0" encoding="utf-8"?>
<p:sldLayout xmlns:p="http://schemas.openxmlformats.org/presentationml/2006/main" matchingName="Blank Paper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14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ffa72347724290">
            <a:alphaModFix amt="50000"/>
          </a:blip>
          <a:srcRect xmlns:a="http://schemas.openxmlformats.org/drawingml/2006/main" l="1278" t="26284" r="42915" b="4603"/>
          <a:stretch xmlns:a="http://schemas.openxmlformats.org/drawingml/2006/main"/>
        </p:blipFill>
        <p:spPr>
          <a:xfrm xmlns:a="http://schemas.openxmlformats.org/drawingml/2006/main" rot="5400000">
            <a:off x="1935849" y="-2090137"/>
            <a:ext cx="5272302" cy="932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15;p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fb27483bd4bd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16" name="Google Shape;216;p32">
            <a:extLst xmlns:a="http://schemas.openxmlformats.org/drawingml/2006/main">
              <a:ext uri="{FF2B5EF4-FFF2-40B4-BE49-F238E27FC236}">
                <a16:creationId xmlns:a16="http://schemas.microsoft.com/office/drawing/2014/main" id="{707A5238-5A7F-405F-B69F-3691CD95BB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2.xml><?xml version="1.0" encoding="utf-8"?>
<p:sldLayout xmlns:p="http://schemas.openxmlformats.org/presentationml/2006/main" matchingName="Blank White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18;p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75dd9b1304ffe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19;p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f633ea515415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700" y="4739850"/>
            <a:ext cx="2344023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20" name="Google Shape;220;p33">
            <a:extLst xmlns:a="http://schemas.openxmlformats.org/drawingml/2006/main">
              <a:ext uri="{FF2B5EF4-FFF2-40B4-BE49-F238E27FC236}">
                <a16:creationId xmlns:a16="http://schemas.microsoft.com/office/drawing/2014/main" id="{66294143-5285-4D31-8299-8AE665ECF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3.xml><?xml version="1.0" encoding="utf-8"?>
<p:sldLayout xmlns:p="http://schemas.openxmlformats.org/presentationml/2006/main" matchingName="Blank Blue">
  <p:cSld name="BLANK_2_1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22;p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25e59f64f5449a">
            <a:alphaModFix amt="40000"/>
          </a:blip>
          <a:srcRect xmlns:a="http://schemas.openxmlformats.org/drawingml/2006/main" l="0" t="0" r="0" b="20553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5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23;p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cd517c433461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5875" y="4739856"/>
            <a:ext cx="2344028" cy="240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24" name="Google Shape;224;p34">
            <a:extLst xmlns:a="http://schemas.openxmlformats.org/drawingml/2006/main">
              <a:ext uri="{FF2B5EF4-FFF2-40B4-BE49-F238E27FC236}">
                <a16:creationId xmlns:a16="http://schemas.microsoft.com/office/drawing/2014/main" id="{4D206B93-7791-4E2A-A2BB-4F4C55D48F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88a32ef35945ab" /><Relationship Type="http://schemas.openxmlformats.org/officeDocument/2006/relationships/slideLayout" Target="/ppt/slideLayouts/slideLayout1.xml" Id="Rf11cea54aa744827" /><Relationship Type="http://schemas.openxmlformats.org/officeDocument/2006/relationships/slideLayout" Target="/ppt/slideLayouts/slideLayout2.xml" Id="Re6a815fd3826486c" /><Relationship Type="http://schemas.openxmlformats.org/officeDocument/2006/relationships/slideLayout" Target="/ppt/slideLayouts/slideLayout3.xml" Id="R1ed679c6cc6a49fb" /><Relationship Type="http://schemas.openxmlformats.org/officeDocument/2006/relationships/slideLayout" Target="/ppt/slideLayouts/slideLayout4.xml" Id="Re0f0e1f860654f5e" /><Relationship Type="http://schemas.openxmlformats.org/officeDocument/2006/relationships/slideLayout" Target="/ppt/slideLayouts/slideLayout5.xml" Id="Rd95201731b6b43b5" /><Relationship Type="http://schemas.openxmlformats.org/officeDocument/2006/relationships/slideLayout" Target="/ppt/slideLayouts/slideLayout6.xml" Id="R7d78fffd198146ec" /><Relationship Type="http://schemas.openxmlformats.org/officeDocument/2006/relationships/slideLayout" Target="/ppt/slideLayouts/slideLayout7.xml" Id="R2a836587af434807" /><Relationship Type="http://schemas.openxmlformats.org/officeDocument/2006/relationships/slideLayout" Target="/ppt/slideLayouts/slideLayout8.xml" Id="R6430ac584beb492c" /><Relationship Type="http://schemas.openxmlformats.org/officeDocument/2006/relationships/slideLayout" Target="/ppt/slideLayouts/slideLayout9.xml" Id="R50de24dede5c4a77" /><Relationship Type="http://schemas.openxmlformats.org/officeDocument/2006/relationships/slideLayout" Target="/ppt/slideLayouts/slideLayout10.xml" Id="R9c93d097d5644bc5" /><Relationship Type="http://schemas.openxmlformats.org/officeDocument/2006/relationships/slideLayout" Target="/ppt/slideLayouts/slideLayout11.xml" Id="Rfd75e06cd1cf4d5e" /><Relationship Type="http://schemas.openxmlformats.org/officeDocument/2006/relationships/slideLayout" Target="/ppt/slideLayouts/slideLayout12.xml" Id="R41bb2382c5f9473b" /><Relationship Type="http://schemas.openxmlformats.org/officeDocument/2006/relationships/slideLayout" Target="/ppt/slideLayouts/slideLayout13.xml" Id="R5f34ad456a094676" /><Relationship Type="http://schemas.openxmlformats.org/officeDocument/2006/relationships/slideLayout" Target="/ppt/slideLayouts/slideLayout14.xml" Id="R785f93fcaa2d4668" /><Relationship Type="http://schemas.openxmlformats.org/officeDocument/2006/relationships/slideLayout" Target="/ppt/slideLayouts/slideLayout15.xml" Id="R281d641f71b04fa3" /><Relationship Type="http://schemas.openxmlformats.org/officeDocument/2006/relationships/slideLayout" Target="/ppt/slideLayouts/slideLayout16.xml" Id="Rd2afb29497534345" /><Relationship Type="http://schemas.openxmlformats.org/officeDocument/2006/relationships/slideLayout" Target="/ppt/slideLayouts/slideLayout17.xml" Id="R9784ace02564437d" /><Relationship Type="http://schemas.openxmlformats.org/officeDocument/2006/relationships/slideLayout" Target="/ppt/slideLayouts/slideLayout18.xml" Id="Rd3231d82c27e4669" /><Relationship Type="http://schemas.openxmlformats.org/officeDocument/2006/relationships/slideLayout" Target="/ppt/slideLayouts/slideLayout19.xml" Id="Rb32fb1b1f1b445d9" /><Relationship Type="http://schemas.openxmlformats.org/officeDocument/2006/relationships/slideLayout" Target="/ppt/slideLayouts/slideLayout20.xml" Id="R651cc4ec03ba46f1" /><Relationship Type="http://schemas.openxmlformats.org/officeDocument/2006/relationships/slideLayout" Target="/ppt/slideLayouts/slideLayout21.xml" Id="Rc942a47b4630457e" /><Relationship Type="http://schemas.openxmlformats.org/officeDocument/2006/relationships/slideLayout" Target="/ppt/slideLayouts/slideLayout22.xml" Id="R490f3140e2ae4c13" /><Relationship Type="http://schemas.openxmlformats.org/officeDocument/2006/relationships/slideLayout" Target="/ppt/slideLayouts/slideLayout23.xml" Id="R526d106b0b9d47dd" /><Relationship Type="http://schemas.openxmlformats.org/officeDocument/2006/relationships/slideLayout" Target="/ppt/slideLayouts/slideLayout24.xml" Id="R1ed7400a249644e4" /><Relationship Type="http://schemas.openxmlformats.org/officeDocument/2006/relationships/slideLayout" Target="/ppt/slideLayouts/slideLayout25.xml" Id="Raac9393539074575" /><Relationship Type="http://schemas.openxmlformats.org/officeDocument/2006/relationships/slideLayout" Target="/ppt/slideLayouts/slideLayout26.xml" Id="R56f195bdda7a4012" /><Relationship Type="http://schemas.openxmlformats.org/officeDocument/2006/relationships/slideLayout" Target="/ppt/slideLayouts/slideLayout27.xml" Id="Rf932cf8f0d9a4475" /><Relationship Type="http://schemas.openxmlformats.org/officeDocument/2006/relationships/slideLayout" Target="/ppt/slideLayouts/slideLayout28.xml" Id="R8ddf23aab8264f1e" /><Relationship Type="http://schemas.openxmlformats.org/officeDocument/2006/relationships/slideLayout" Target="/ppt/slideLayouts/slideLayout29.xml" Id="R141b77065b7e4446" /><Relationship Type="http://schemas.openxmlformats.org/officeDocument/2006/relationships/slideLayout" Target="/ppt/slideLayouts/slideLayout30.xml" Id="R03a62f583c9e4e24" /><Relationship Type="http://schemas.openxmlformats.org/officeDocument/2006/relationships/slideLayout" Target="/ppt/slideLayouts/slideLayout31.xml" Id="R616c42749198448d" /><Relationship Type="http://schemas.openxmlformats.org/officeDocument/2006/relationships/slideLayout" Target="/ppt/slideLayouts/slideLayout32.xml" Id="R898dc6cd7743458e" /><Relationship Type="http://schemas.openxmlformats.org/officeDocument/2006/relationships/slideLayout" Target="/ppt/slideLayouts/slideLayout33.xml" Id="R20192e93060b40a8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B9B79F2A-1C4A-49F5-ACD4-7CEA3DCDC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BB8EF14F-5F65-40A2-82B3-5A919132B9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0ABA7A5-BDAE-47EF-9869-50829B387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1cea54aa744827"/>
    <p:sldLayoutId xmlns:r="http://schemas.openxmlformats.org/officeDocument/2006/relationships" id="2147483650" r:id="Re6a815fd3826486c"/>
    <p:sldLayoutId xmlns:r="http://schemas.openxmlformats.org/officeDocument/2006/relationships" id="2147483651" r:id="R1ed679c6cc6a49fb"/>
    <p:sldLayoutId xmlns:r="http://schemas.openxmlformats.org/officeDocument/2006/relationships" id="2147483652" r:id="Re0f0e1f860654f5e"/>
    <p:sldLayoutId xmlns:r="http://schemas.openxmlformats.org/officeDocument/2006/relationships" id="2147483653" r:id="Rd95201731b6b43b5"/>
    <p:sldLayoutId xmlns:r="http://schemas.openxmlformats.org/officeDocument/2006/relationships" id="2147483654" r:id="R7d78fffd198146ec"/>
    <p:sldLayoutId xmlns:r="http://schemas.openxmlformats.org/officeDocument/2006/relationships" id="2147483655" r:id="R2a836587af434807"/>
    <p:sldLayoutId xmlns:r="http://schemas.openxmlformats.org/officeDocument/2006/relationships" id="2147483656" r:id="R6430ac584beb492c"/>
    <p:sldLayoutId xmlns:r="http://schemas.openxmlformats.org/officeDocument/2006/relationships" id="2147483657" r:id="R50de24dede5c4a77"/>
    <p:sldLayoutId xmlns:r="http://schemas.openxmlformats.org/officeDocument/2006/relationships" id="2147483658" r:id="R9c93d097d5644bc5"/>
    <p:sldLayoutId xmlns:r="http://schemas.openxmlformats.org/officeDocument/2006/relationships" id="2147483659" r:id="Rfd75e06cd1cf4d5e"/>
    <p:sldLayoutId xmlns:r="http://schemas.openxmlformats.org/officeDocument/2006/relationships" id="2147483660" r:id="R41bb2382c5f9473b"/>
    <p:sldLayoutId xmlns:r="http://schemas.openxmlformats.org/officeDocument/2006/relationships" id="2147483661" r:id="R5f34ad456a094676"/>
    <p:sldLayoutId xmlns:r="http://schemas.openxmlformats.org/officeDocument/2006/relationships" id="2147483662" r:id="R785f93fcaa2d4668"/>
    <p:sldLayoutId xmlns:r="http://schemas.openxmlformats.org/officeDocument/2006/relationships" id="2147483663" r:id="R281d641f71b04fa3"/>
    <p:sldLayoutId xmlns:r="http://schemas.openxmlformats.org/officeDocument/2006/relationships" id="2147483664" r:id="Rd2afb29497534345"/>
    <p:sldLayoutId xmlns:r="http://schemas.openxmlformats.org/officeDocument/2006/relationships" id="2147483665" r:id="R9784ace02564437d"/>
    <p:sldLayoutId xmlns:r="http://schemas.openxmlformats.org/officeDocument/2006/relationships" id="2147483666" r:id="Rd3231d82c27e4669"/>
    <p:sldLayoutId xmlns:r="http://schemas.openxmlformats.org/officeDocument/2006/relationships" id="2147483667" r:id="Rb32fb1b1f1b445d9"/>
    <p:sldLayoutId xmlns:r="http://schemas.openxmlformats.org/officeDocument/2006/relationships" id="2147483668" r:id="R651cc4ec03ba46f1"/>
    <p:sldLayoutId xmlns:r="http://schemas.openxmlformats.org/officeDocument/2006/relationships" id="2147483669" r:id="Rc942a47b4630457e"/>
    <p:sldLayoutId xmlns:r="http://schemas.openxmlformats.org/officeDocument/2006/relationships" id="2147483670" r:id="R490f3140e2ae4c13"/>
    <p:sldLayoutId xmlns:r="http://schemas.openxmlformats.org/officeDocument/2006/relationships" id="2147483671" r:id="R526d106b0b9d47dd"/>
    <p:sldLayoutId xmlns:r="http://schemas.openxmlformats.org/officeDocument/2006/relationships" id="2147483672" r:id="R1ed7400a249644e4"/>
    <p:sldLayoutId xmlns:r="http://schemas.openxmlformats.org/officeDocument/2006/relationships" id="2147483673" r:id="Raac9393539074575"/>
    <p:sldLayoutId xmlns:r="http://schemas.openxmlformats.org/officeDocument/2006/relationships" id="2147483674" r:id="R56f195bdda7a4012"/>
    <p:sldLayoutId xmlns:r="http://schemas.openxmlformats.org/officeDocument/2006/relationships" id="2147483675" r:id="Rf932cf8f0d9a4475"/>
    <p:sldLayoutId xmlns:r="http://schemas.openxmlformats.org/officeDocument/2006/relationships" id="2147483676" r:id="R8ddf23aab8264f1e"/>
    <p:sldLayoutId xmlns:r="http://schemas.openxmlformats.org/officeDocument/2006/relationships" id="2147483677" r:id="R141b77065b7e4446"/>
    <p:sldLayoutId xmlns:r="http://schemas.openxmlformats.org/officeDocument/2006/relationships" id="2147483678" r:id="R03a62f583c9e4e24"/>
    <p:sldLayoutId xmlns:r="http://schemas.openxmlformats.org/officeDocument/2006/relationships" id="2147483679" r:id="R616c42749198448d"/>
    <p:sldLayoutId xmlns:r="http://schemas.openxmlformats.org/officeDocument/2006/relationships" id="2147483680" r:id="R898dc6cd7743458e"/>
    <p:sldLayoutId xmlns:r="http://schemas.openxmlformats.org/officeDocument/2006/relationships" id="2147483681" r:id="R20192e93060b40a8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1C2F3D"/>
      </a:dk1>
      <a:lt1>
        <a:srgbClr val="FFFFFF"/>
      </a:lt1>
      <a:dk2>
        <a:srgbClr val="194588"/>
      </a:dk2>
      <a:lt2>
        <a:srgbClr val="E8E8E8"/>
      </a:lt2>
      <a:accent1>
        <a:srgbClr val="EDBA75"/>
      </a:accent1>
      <a:accent2>
        <a:srgbClr val="CC4927"/>
      </a:accent2>
      <a:accent3>
        <a:srgbClr val="1F7E98"/>
      </a:accent3>
      <a:accent4>
        <a:srgbClr val="1C2F3D"/>
      </a:accent4>
      <a:accent5>
        <a:srgbClr val="E8E8E8"/>
      </a:accent5>
      <a:accent6>
        <a:srgbClr val="194588"/>
      </a:accent6>
      <a:hlink>
        <a:srgbClr val="CC492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2dffead3049da" /><Relationship Type="http://schemas.openxmlformats.org/officeDocument/2006/relationships/image" Target="/ppt/media/image16.png" Id="R3ef6aa799fb94405" /><Relationship Type="http://schemas.openxmlformats.org/officeDocument/2006/relationships/notesSlide" Target="/ppt/notesSlides/notesSlide1.xml" Id="R4d5b55cc835a4f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1.xml" Id="R0c3e49819ced416b" /><Relationship Type="http://schemas.openxmlformats.org/officeDocument/2006/relationships/notesSlide" Target="/ppt/notesSlides/notesSlide2.xml" Id="Raacc53724d3a49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2.xml" Id="Re676556dae1c469b" /><Relationship Type="http://schemas.openxmlformats.org/officeDocument/2006/relationships/notesSlide" Target="/ppt/notesSlides/notesSlide3.xml" Id="R41bbda6be8064d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3.xml" Id="R7469e4e00bcb480a" /><Relationship Type="http://schemas.openxmlformats.org/officeDocument/2006/relationships/notesSlide" Target="/ppt/notesSlides/notesSlide4.xml" Id="R26b64263cb7047b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9" name="Google Shape;229;p35">
            <a:extLst xmlns:a="http://schemas.openxmlformats.org/drawingml/2006/main">
              <a:ext uri="{FF2B5EF4-FFF2-40B4-BE49-F238E27FC236}">
                <a16:creationId xmlns:a16="http://schemas.microsoft.com/office/drawing/2014/main" id="{93BE3413-61B3-42A5-83A8-51FC12D85C4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24353" y="487900"/>
            <a:ext cx="5172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DID Methods for Education Policy</a:t>
            </a:r>
          </a:p>
        </p:txBody>
      </p:sp>
      <p:sp>
        <p:nvSpPr>
          <p:cNvPr id="230" name="Google Shape;230;p35">
            <a:extLst xmlns:a="http://schemas.openxmlformats.org/drawingml/2006/main">
              <a:ext uri="{FF2B5EF4-FFF2-40B4-BE49-F238E27FC236}">
                <a16:creationId xmlns:a16="http://schemas.microsoft.com/office/drawing/2014/main" id="{FF847E4B-042B-490F-8804-4F93F224AE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24350" y="2540500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EPRC Workshop | Draft slide deck</a:t>
            </a:r>
          </a:p>
        </p:txBody>
      </p:sp>
      <p:pic>
        <p:nvPicPr>
          <p:cNvPr id="234" name="Google Shape;231;p35"/>
          <p:cNvPicPr>
            <a:picLocks xmlns:a="http://schemas.openxmlformats.org/drawingml/2006/main" noChangeAspect="1"/>
          </p:cNvPicPr>
          <p:nvPr>
            <p:ph type="pic" idx="2"/>
          </p:nvPr>
        </p:nvPicPr>
        <p:blipFill rotWithShape="1">
          <a:blip xmlns:r="http://schemas.openxmlformats.org/officeDocument/2006/relationships" xmlns:a="http://schemas.openxmlformats.org/drawingml/2006/main" r:embed="R3ef6aa799fb94405">
            <a:alphaModFix/>
          </a:blip>
          <a:srcRect xmlns:a="http://schemas.openxmlformats.org/drawingml/2006/main" l="7671" t="0" r="25857" b="0"/>
          <a:stretch xmlns:a="http://schemas.openxmlformats.org/drawingml/2006/main"/>
        </p:blipFill>
        <p:spPr>
          <a:xfrm xmlns:a="http://schemas.openxmlformats.org/drawingml/2006/main">
            <a:off x="6261956" y="1694700"/>
            <a:ext cx="3628800" cy="3574500"/>
          </a:xfrm>
          <a:prstGeom xmlns:a="http://schemas.openxmlformats.org/drawingml/2006/main"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06050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  <p:extLst>
      <p:ext uri="{BB962C8B-B14F-4D97-AF65-F5344CB8AC3E}">
        <p14:creationId xmlns:p14="http://schemas.microsoft.com/office/powerpoint/2010/main" val="10553902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  <p:extLst>
      <p:ext uri="{BB962C8B-B14F-4D97-AF65-F5344CB8AC3E}">
        <p14:creationId xmlns:p14="http://schemas.microsoft.com/office/powerpoint/2010/main" val="13748236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  <p:extLst>
      <p:ext uri="{BB962C8B-B14F-4D97-AF65-F5344CB8AC3E}">
        <p14:creationId xmlns:p14="http://schemas.microsoft.com/office/powerpoint/2010/main" val="1506407021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C2F3D"/>
      </a:dk1>
      <a:lt1>
        <a:srgbClr val="FFFFFF"/>
      </a:lt1>
      <a:dk2>
        <a:srgbClr val="194588"/>
      </a:dk2>
      <a:lt2>
        <a:srgbClr val="E8E8E8"/>
      </a:lt2>
      <a:accent1>
        <a:srgbClr val="EDBA75"/>
      </a:accent1>
      <a:accent2>
        <a:srgbClr val="CC4927"/>
      </a:accent2>
      <a:accent3>
        <a:srgbClr val="1F7E98"/>
      </a:accent3>
      <a:accent4>
        <a:srgbClr val="1C2F3D"/>
      </a:accent4>
      <a:accent5>
        <a:srgbClr val="E8E8E8"/>
      </a:accent5>
      <a:accent6>
        <a:srgbClr val="194588"/>
      </a:accent6>
      <a:hlink>
        <a:srgbClr val="CC492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2026-10-12T14:15:05.3160000Z</dcterms:created>
  <dcterms:modified xsi:type="dcterms:W3CDTF">2026-10-12T14:15:05.3160000Z</dcterms:modified>
</coreProperties>
</file>