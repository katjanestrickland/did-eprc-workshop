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dbc01e47914cab" /><Relationship Type="http://schemas.openxmlformats.org/officeDocument/2006/relationships/extended-properties" Target="/docProps/app.xml" Id="Rf21a88cb27fd4afa" /><Relationship Type="http://schemas.openxmlformats.org/officeDocument/2006/relationships/officeDocument" Target="/ppt/presentation.xml" Id="Rcd1955c7e1ce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381cda12ae43b8"/>
  </p:sldMasterIdLst>
  <p:notesMasterIdLst>
    <p:notesMasterId xmlns:r="http://schemas.openxmlformats.org/officeDocument/2006/relationships" r:id="R79c71cb51ac44e9b"/>
  </p:notesMasterIdLst>
  <p:sldIdLst>
    <p:sldId xmlns:r="http://schemas.openxmlformats.org/officeDocument/2006/relationships" id="256" r:id="Rc36ba07eff9f4b06"/>
    <p:sldId xmlns:r="http://schemas.openxmlformats.org/officeDocument/2006/relationships" id="257" r:id="Rc8d065283b594799"/>
    <p:sldId xmlns:r="http://schemas.openxmlformats.org/officeDocument/2006/relationships" id="258" r:id="R1bad7e35a0704e61"/>
    <p:sldId xmlns:r="http://schemas.openxmlformats.org/officeDocument/2006/relationships" id="259" r:id="R70e9f5f9c2c24600"/>
    <p:sldId xmlns:r="http://schemas.openxmlformats.org/officeDocument/2006/relationships" id="260" r:id="R85b26d53fb74466f"/>
    <p:sldId xmlns:r="http://schemas.openxmlformats.org/officeDocument/2006/relationships" id="261" r:id="Rcbd69fbdf7fb40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11b8c2da2b44e5" /><Relationship Type="http://schemas.openxmlformats.org/officeDocument/2006/relationships/slideMaster" Target="/ppt/slideMasters/slideMaster1.xml" Id="Rd2381cda12ae43b8" /><Relationship Type="http://schemas.openxmlformats.org/officeDocument/2006/relationships/notesMaster" Target="/ppt/notesMasters/notesMaster1.xml" Id="R79c71cb51ac44e9b" /><Relationship Type="http://schemas.openxmlformats.org/officeDocument/2006/relationships/presProps" Target="/ppt/presProps.xml" Id="R366f53e69f5041f8" /><Relationship Type="http://schemas.openxmlformats.org/officeDocument/2006/relationships/tableStyles" Target="/ppt/tableStyles.xml" Id="R76625c04ff964771" /><Relationship Type="http://schemas.openxmlformats.org/officeDocument/2006/relationships/slide" Target="/ppt/slides/slide1.xml" Id="Rc36ba07eff9f4b06" /><Relationship Type="http://schemas.openxmlformats.org/officeDocument/2006/relationships/slide" Target="/ppt/slides/slide2.xml" Id="Rc8d065283b594799" /><Relationship Type="http://schemas.openxmlformats.org/officeDocument/2006/relationships/slide" Target="/ppt/slides/slide3.xml" Id="R1bad7e35a0704e61" /><Relationship Type="http://schemas.openxmlformats.org/officeDocument/2006/relationships/slide" Target="/ppt/slides/slide4.xml" Id="R70e9f5f9c2c24600" /><Relationship Type="http://schemas.openxmlformats.org/officeDocument/2006/relationships/slide" Target="/ppt/slides/slide5.xml" Id="R85b26d53fb74466f" /><Relationship Type="http://schemas.openxmlformats.org/officeDocument/2006/relationships/slide" Target="/ppt/slides/slide6.xml" Id="Rcbd69fbdf7fb40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4af84539e9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e7fc3de9741b3" /><Relationship Type="http://schemas.openxmlformats.org/officeDocument/2006/relationships/notesMaster" Target="/ppt/notesMasters/notesMaster1.xml" Id="R6e16a64fadc2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420ab3c5b43f6" /><Relationship Type="http://schemas.openxmlformats.org/officeDocument/2006/relationships/notesMaster" Target="/ppt/notesMasters/notesMaster1.xml" Id="R7acdec5e04b24a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c7ec072c93432a" /><Relationship Type="http://schemas.openxmlformats.org/officeDocument/2006/relationships/notesMaster" Target="/ppt/notesMasters/notesMaster1.xml" Id="R8573452d4d0242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c54dd23dad4238" /><Relationship Type="http://schemas.openxmlformats.org/officeDocument/2006/relationships/notesMaster" Target="/ppt/notesMasters/notesMaster1.xml" Id="Ra5b3a869108d49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4a3fcdea5d4cec" /><Relationship Type="http://schemas.openxmlformats.org/officeDocument/2006/relationships/notesMaster" Target="/ppt/notesMasters/notesMaster1.xml" Id="R0bfbfb4fb09e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45344866ef44eb" /><Relationship Type="http://schemas.openxmlformats.org/officeDocument/2006/relationships/notesMaster" Target="/ppt/notesMasters/notesMaster1.xml" Id="R1a80fde13185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c79bbbd7d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eaa743f3c3488e" /><Relationship Type="http://schemas.openxmlformats.org/officeDocument/2006/relationships/slideLayout" Target="/ppt/slideLayouts/slideLayout1.xml" Id="Rba2996776af74a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2996776af74a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b017c87e2442a" /><Relationship Type="http://schemas.openxmlformats.org/officeDocument/2006/relationships/notesSlide" Target="/ppt/notesSlides/notesSlide1.xml" Id="R153d230f54c4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aa925e1cd4db3" /><Relationship Type="http://schemas.openxmlformats.org/officeDocument/2006/relationships/notesSlide" Target="/ppt/notesSlides/notesSlide2.xml" Id="R100ba9db4d25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270b0b4904fb4" /><Relationship Type="http://schemas.openxmlformats.org/officeDocument/2006/relationships/notesSlide" Target="/ppt/notesSlides/notesSlide3.xml" Id="Re366b60a88034c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d091b0b384b8e" /><Relationship Type="http://schemas.openxmlformats.org/officeDocument/2006/relationships/notesSlide" Target="/ppt/notesSlides/notesSlide4.xml" Id="R1f82f8f8f51a4c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5e30a96eb4f28" /><Relationship Type="http://schemas.openxmlformats.org/officeDocument/2006/relationships/notesSlide" Target="/ppt/notesSlides/notesSlide5.xml" Id="R51957266d88c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8d90f51a74109" /><Relationship Type="http://schemas.openxmlformats.org/officeDocument/2006/relationships/notesSlide" Target="/ppt/notesSlides/notesSlide6.xml" Id="R0ecc2e1244dd4a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07E6D-2AB2-45F0-9281-1EA6F2BE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8FB4A-3888-423B-A119-B6333AC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8DAED-55CE-49CC-9D9B-55F69CEF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E1F59-1287-431A-B5BD-6861270B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28700"/>
            <a:ext cx="335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B7363-2F35-49C3-9483-8A33634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28700"/>
            <a:ext cx="66675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A0F25-7110-44B6-87C7-2B576EA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28700"/>
            <a:ext cx="32385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50A6F-2175-438E-88C9-D6B6515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DID EPRC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32896-CC2B-4185-BCC9-BA7CEFD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2A"/>
                </a:solidFill>
              </a:defRPr>
            </a:pPr>
            <a:r>
              <a:rPr sz="4350" b="1">
                <a:solidFill>
                  <a:srgbClr val="17202A"/>
                </a:solidFill>
              </a:rPr>
              <a:t>Difference-in-Differences for Education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8E4FA-0663-438A-B639-1A62E08D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94653"/>
                </a:solidFill>
              </a:defRPr>
            </a:pPr>
            <a:r>
              <a:rPr sz="1800">
                <a:solidFill>
                  <a:srgbClr val="394653"/>
                </a:solidFill>
              </a:rPr>
              <a:t>Mock slide deck for a 45-minute workshop using synthetic district-year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AC34E-9161-4531-B7D9-7B65F79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D014C-8950-45AE-BE90-188321C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C78"/>
                </a:solidFill>
              </a:defRPr>
            </a:pPr>
            <a:r>
              <a:rPr sz="1350" b="1">
                <a:solidFill>
                  <a:srgbClr val="117C78"/>
                </a:solidFill>
              </a:rPr>
              <a:t>Draft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54369-B432-4712-AF42-5A2AA5D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Traditional DID | TWFE | Event studies | Staggered adoption preview</a:t>
            </a:r>
          </a:p>
        </p:txBody>
      </p:sp>
    </p:spTree>
    <p:extLst>
      <p:ext uri="{BB962C8B-B14F-4D97-AF65-F5344CB8AC3E}">
        <p14:creationId xmlns:p14="http://schemas.microsoft.com/office/powerpoint/2010/main" val="657809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18DCB-D2D9-4834-979B-8B1E14F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DC793-11ED-44F8-BEDF-F47AC23D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48973-8974-4AF1-A6E6-984176F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DID EPRC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E33D6-BE2A-484F-AAC8-60CB3E6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781C2-8AD0-4461-AD83-2817E65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</a:defRPr>
            </a:pPr>
            <a:r>
              <a:rPr sz="3000" b="1">
                <a:solidFill>
                  <a:srgbClr val="17202A"/>
                </a:solidFill>
              </a:rPr>
              <a:t>Policy question and synthetic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81196-5DC5-4355-ADED-570915C5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Placeholder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F9A95-7081-4402-BA4B-BB64C80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3E0A5-967C-43AA-98BE-6B77522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Content to be added after the outline is finalized.</a:t>
            </a:r>
          </a:p>
        </p:txBody>
      </p:sp>
    </p:spTree>
    <p:extLst>
      <p:ext uri="{BB962C8B-B14F-4D97-AF65-F5344CB8AC3E}">
        <p14:creationId xmlns:p14="http://schemas.microsoft.com/office/powerpoint/2010/main" val="1513230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29728-AC02-432A-9F31-7A236F81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2266A-E006-4571-9FFB-598DA19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6ACAC-761D-4393-A762-1EC9B7BF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DID EPRC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872A0-33CC-491A-A05D-45222494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AD83-8333-44CF-8647-BC52E97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</a:defRPr>
            </a:pPr>
            <a:r>
              <a:rPr sz="3000" b="1">
                <a:solidFill>
                  <a:srgbClr val="17202A"/>
                </a:solidFill>
              </a:rPr>
              <a:t>Parallel trends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0D4D4-C0A0-4BC3-82EC-50DB175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Placeholder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1C3BF-8B92-4230-A086-7AE3400D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9E3CE-C51E-4E54-9676-7417CDE9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Content to be added after the outline is finalized.</a:t>
            </a:r>
          </a:p>
        </p:txBody>
      </p:sp>
    </p:spTree>
    <p:extLst>
      <p:ext uri="{BB962C8B-B14F-4D97-AF65-F5344CB8AC3E}">
        <p14:creationId xmlns:p14="http://schemas.microsoft.com/office/powerpoint/2010/main" val="1342725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D30BD-D785-4815-BF0F-8D5F621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241EE-7244-4AC9-A357-ED34183C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5F52D-5545-4D55-88B9-D86E99C2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DID EPRC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61CE4-7960-4B1E-A3E4-B72B32C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EE094-FFE8-4B0E-B24F-8699075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</a:defRPr>
            </a:pPr>
            <a:r>
              <a:rPr sz="3000" b="1">
                <a:solidFill>
                  <a:srgbClr val="17202A"/>
                </a:solidFill>
              </a:rPr>
              <a:t>DID regression and TWFE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84E7B-C702-437A-BA46-30D8BBB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Placeholder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44C6-AC4C-4827-9967-544939D8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4C8A9-A87D-4E84-BED0-D2A75352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Content to be added after the outline is finalized.</a:t>
            </a:r>
          </a:p>
        </p:txBody>
      </p:sp>
    </p:spTree>
    <p:extLst>
      <p:ext uri="{BB962C8B-B14F-4D97-AF65-F5344CB8AC3E}">
        <p14:creationId xmlns:p14="http://schemas.microsoft.com/office/powerpoint/2010/main" val="1687364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E8252-1E5D-44B2-918D-7A02478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C8B44-D8C1-44CC-8735-683C8D5F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DAA2B-58B7-400E-B943-7B4AFAB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DID EPRC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49D20-BCF0-4B78-A7F1-737BCA9E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49C3B-7337-41E7-A1D6-225A5E5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</a:defRPr>
            </a:pPr>
            <a:r>
              <a:rPr sz="3000" b="1">
                <a:solidFill>
                  <a:srgbClr val="17202A"/>
                </a:solidFill>
              </a:rPr>
              <a:t>Event-time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4081B-9A9A-4213-8D3E-E8F82502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Placeholder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2913F-B08A-4E12-9816-97A3DEEB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658C9-D97A-4066-BC9E-2AFEACA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Content to be added after the outline is finalized.</a:t>
            </a:r>
          </a:p>
        </p:txBody>
      </p:sp>
    </p:spTree>
    <p:extLst>
      <p:ext uri="{BB962C8B-B14F-4D97-AF65-F5344CB8AC3E}">
        <p14:creationId xmlns:p14="http://schemas.microsoft.com/office/powerpoint/2010/main" val="2039345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89882-5D1D-4BCC-8325-9427E824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D1B5D-E8BD-4F78-A1FD-DF83861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FB3CA-40A4-4BFF-AB35-D4F3266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DID EPRC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1F112-A6F7-466A-BF33-3B96751D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2C934-DE5B-40C3-ACE8-B8AC9D4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</a:defRPr>
            </a:pPr>
            <a:r>
              <a:rPr sz="3000" b="1">
                <a:solidFill>
                  <a:srgbClr val="17202A"/>
                </a:solidFill>
              </a:rPr>
              <a:t>Staggered DID preview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D8D75-C309-42D9-A208-B6BA082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Placeholder slide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AB58D-CE25-4593-9C2B-3D86C5D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3C8AA-6C1B-4901-A63E-E7509D13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3"/>
                </a:solidFill>
              </a:defRPr>
            </a:pPr>
            <a:r>
              <a:rPr sz="1500">
                <a:solidFill>
                  <a:srgbClr val="5B6773"/>
                </a:solidFill>
              </a:rPr>
              <a:t>Content to be added after the outline is finalized.</a:t>
            </a:r>
          </a:p>
        </p:txBody>
      </p:sp>
    </p:spTree>
    <p:extLst>
      <p:ext uri="{BB962C8B-B14F-4D97-AF65-F5344CB8AC3E}">
        <p14:creationId xmlns:p14="http://schemas.microsoft.com/office/powerpoint/2010/main" val="133242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2026-10-12T14:03:24.5140000Z</dcterms:created>
  <dcterms:modified xsi:type="dcterms:W3CDTF">2026-10-12T14:03:24.5140000Z</dcterms:modified>
</coreProperties>
</file>